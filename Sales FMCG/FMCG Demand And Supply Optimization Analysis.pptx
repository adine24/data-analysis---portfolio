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3"/>
  </p:notesMasterIdLst>
  <p:sldIdLst>
    <p:sldId id="256" r:id="rId2"/>
    <p:sldId id="294" r:id="rId3"/>
    <p:sldId id="257" r:id="rId4"/>
    <p:sldId id="259" r:id="rId5"/>
    <p:sldId id="260" r:id="rId6"/>
    <p:sldId id="261" r:id="rId7"/>
    <p:sldId id="262" r:id="rId8"/>
    <p:sldId id="263" r:id="rId9"/>
    <p:sldId id="264" r:id="rId10"/>
    <p:sldId id="268" r:id="rId11"/>
    <p:sldId id="270" r:id="rId12"/>
    <p:sldId id="295" r:id="rId13"/>
    <p:sldId id="296" r:id="rId14"/>
    <p:sldId id="282" r:id="rId15"/>
    <p:sldId id="297" r:id="rId16"/>
    <p:sldId id="272" r:id="rId17"/>
    <p:sldId id="271" r:id="rId18"/>
    <p:sldId id="284" r:id="rId19"/>
    <p:sldId id="298" r:id="rId20"/>
    <p:sldId id="289" r:id="rId21"/>
    <p:sldId id="273" r:id="rId22"/>
  </p:sldIdLst>
  <p:sldSz cx="9144000" cy="5143500" type="screen16x9"/>
  <p:notesSz cx="6858000" cy="9144000"/>
  <p:embeddedFontLst>
    <p:embeddedFont>
      <p:font typeface="Cabin" panose="020B0604020202020204" charset="0"/>
      <p:regular r:id="rId24"/>
      <p:bold r:id="rId25"/>
      <p:italic r:id="rId26"/>
      <p:boldItalic r:id="rId27"/>
    </p:embeddedFont>
    <p:embeddedFont>
      <p:font typeface="Cambria Math" panose="02040503050406030204" pitchFamily="18" charset="0"/>
      <p:regular r:id="rId28"/>
    </p:embeddedFont>
    <p:embeddedFont>
      <p:font typeface="Georgia" panose="02040502050405020303" pitchFamily="18" charset="0"/>
      <p:regular r:id="rId29"/>
      <p:bold r:id="rId30"/>
      <p:italic r:id="rId31"/>
      <p:boldItalic r:id="rId32"/>
    </p:embeddedFont>
    <p:embeddedFont>
      <p:font typeface="Monotype Corsiva" panose="03010101010201010101" pitchFamily="66" charset="0"/>
      <p:italic r:id="rId33"/>
    </p:embeddedFont>
    <p:embeddedFont>
      <p:font typeface="Montserrat" panose="00000500000000000000" pitchFamily="2" charset="0"/>
      <p:regular r:id="rId34"/>
      <p:bold r:id="rId35"/>
      <p:italic r:id="rId36"/>
      <p:boldItalic r:id="rId37"/>
    </p:embeddedFont>
    <p:embeddedFont>
      <p:font typeface="Ramabhadra" panose="020B0604020202020204" charset="0"/>
      <p:regular r:id="rId38"/>
    </p:embeddedFont>
    <p:embeddedFont>
      <p:font typeface="Roboto Condensed Light" panose="02000000000000000000" pitchFamily="2" charset="0"/>
      <p:regular r:id="rId39"/>
      <p:italic r:id="rId40"/>
    </p:embeddedFont>
    <p:embeddedFont>
      <p:font typeface="Trebuchet MS" panose="020B060302020202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40810F-4647-4B88-988D-3D53F5E33CCA}">
  <a:tblStyle styleId="{8140810F-4647-4B88-988D-3D53F5E33CC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0" d="100"/>
          <a:sy n="90" d="100"/>
        </p:scale>
        <p:origin x="80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Orhine\Desktop\DA%20Loctech\Portfoilio%20Creation%20Projects\Sales%20FMCG\FMCG_data%20Wor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Orhine\Desktop\DA%20Loctech\Portfoilio%20Creation%20Projects\Sales%20FMCG\FMCG_data%20Wor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Orhine\Desktop\DA%20Loctech\Portfoilio%20Creation%20Projects\Sales%20FMCG\FMCG_data%20Wor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Orhine\Desktop\DA%20Loctech\Portfoilio%20Creation%20Projects\Sales%20FMCG\FMCG_data%20Work.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[FMCG_data Work.xlsx]Analysis!PivotTable6</c:name>
    <c:fmtId val="-1"/>
  </c:pivotSource>
  <c:chart>
    <c:title>
      <c:tx>
        <c:rich>
          <a:bodyPr rot="0" spcFirstLastPara="1" vertOverflow="ellipsis" vert="horz" wrap="square" anchor="ctr" anchorCtr="1"/>
          <a:lstStyle/>
          <a:p>
            <a:pPr>
              <a:defRPr sz="1800" b="0" i="0" u="none" strike="noStrike" kern="1200" spc="0" baseline="0">
                <a:solidFill>
                  <a:srgbClr val="C00000"/>
                </a:solidFill>
                <a:latin typeface="Georgia" panose="02040502050405020303" pitchFamily="18" charset="0"/>
                <a:ea typeface="+mn-ea"/>
                <a:cs typeface="+mn-cs"/>
              </a:defRPr>
            </a:pPr>
            <a:r>
              <a:rPr lang="en-US" sz="1600">
                <a:solidFill>
                  <a:srgbClr val="C00000"/>
                </a:solidFill>
                <a:latin typeface="Georgia" panose="02040502050405020303" pitchFamily="18" charset="0"/>
              </a:rPr>
              <a:t>Warehouse</a:t>
            </a:r>
            <a:r>
              <a:rPr lang="en-US" sz="1600" baseline="0">
                <a:solidFill>
                  <a:srgbClr val="C00000"/>
                </a:solidFill>
                <a:latin typeface="Georgia" panose="02040502050405020303" pitchFamily="18" charset="0"/>
              </a:rPr>
              <a:t> Distribution and Avg Product ton by Capacity Size</a:t>
            </a:r>
            <a:endParaRPr lang="en-US" sz="1600">
              <a:solidFill>
                <a:srgbClr val="C00000"/>
              </a:solidFill>
              <a:latin typeface="Georgia" panose="02040502050405020303" pitchFamily="18" charset="0"/>
            </a:endParaRPr>
          </a:p>
        </c:rich>
      </c:tx>
      <c:layout>
        <c:manualLayout>
          <c:xMode val="edge"/>
          <c:yMode val="edge"/>
          <c:x val="0.13238811494717007"/>
          <c:y val="4.689273604612160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rgbClr val="C00000"/>
              </a:solidFill>
              <a:latin typeface="Georgia" panose="02040502050405020303" pitchFamily="18"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pivotFmt>
      <c:pivotFmt>
        <c:idx val="16"/>
        <c:spPr>
          <a:solidFill>
            <a:schemeClr val="accent1"/>
          </a:solidFill>
          <a:ln>
            <a:noFill/>
          </a:ln>
          <a:effectLst/>
        </c:spPr>
      </c:pivotFmt>
      <c:pivotFmt>
        <c:idx val="17"/>
        <c:spPr>
          <a:solidFill>
            <a:schemeClr val="accent1"/>
          </a:solidFill>
          <a:ln>
            <a:noFill/>
          </a:ln>
          <a:effectLst/>
        </c:spPr>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pivotFmt>
      <c:pivotFmt>
        <c:idx val="21"/>
        <c:spPr>
          <a:solidFill>
            <a:schemeClr val="accent1"/>
          </a:solidFill>
          <a:ln>
            <a:noFill/>
          </a:ln>
          <a:effectLst/>
        </c:spPr>
      </c:pivotFmt>
      <c:pivotFmt>
        <c:idx val="22"/>
        <c:spPr>
          <a:solidFill>
            <a:schemeClr val="accent1"/>
          </a:solidFill>
          <a:ln>
            <a:noFill/>
          </a:ln>
          <a:effectLst/>
        </c:spPr>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1"/>
        <c:ser>
          <c:idx val="0"/>
          <c:order val="0"/>
          <c:tx>
            <c:strRef>
              <c:f>Analysis!$J$3</c:f>
              <c:strCache>
                <c:ptCount val="1"/>
                <c:pt idx="0">
                  <c:v>Count of Ware_house_ID</c:v>
                </c:pt>
              </c:strCache>
            </c:strRef>
          </c:tx>
          <c:spPr>
            <a:solidFill>
              <a:schemeClr val="accent1">
                <a:lumMod val="60000"/>
                <a:lumOff val="4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349F-4B03-B563-42689F3281A5}"/>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349F-4B03-B563-42689F3281A5}"/>
              </c:ext>
            </c:extLst>
          </c:dPt>
          <c:dPt>
            <c:idx val="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5-349F-4B03-B563-42689F3281A5}"/>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Analysis!$I$4:$I$7</c:f>
              <c:strCache>
                <c:ptCount val="3"/>
                <c:pt idx="0">
                  <c:v>Small</c:v>
                </c:pt>
                <c:pt idx="1">
                  <c:v>Large</c:v>
                </c:pt>
                <c:pt idx="2">
                  <c:v>Mid</c:v>
                </c:pt>
              </c:strCache>
            </c:strRef>
          </c:cat>
          <c:val>
            <c:numRef>
              <c:f>Analysis!$J$4:$J$7</c:f>
              <c:numCache>
                <c:formatCode>[&gt;=1000000]\ #.##,,\ "M";[&gt;=1000]\ #.##,\ "K";#</c:formatCode>
                <c:ptCount val="3"/>
                <c:pt idx="0">
                  <c:v>4811</c:v>
                </c:pt>
                <c:pt idx="1">
                  <c:v>10169</c:v>
                </c:pt>
                <c:pt idx="2">
                  <c:v>10020</c:v>
                </c:pt>
              </c:numCache>
            </c:numRef>
          </c:val>
          <c:extLst>
            <c:ext xmlns:c16="http://schemas.microsoft.com/office/drawing/2014/chart" uri="{C3380CC4-5D6E-409C-BE32-E72D297353CC}">
              <c16:uniqueId val="{00000006-349F-4B03-B563-42689F3281A5}"/>
            </c:ext>
          </c:extLst>
        </c:ser>
        <c:ser>
          <c:idx val="1"/>
          <c:order val="1"/>
          <c:tx>
            <c:strRef>
              <c:f>Analysis!$K$3</c:f>
              <c:strCache>
                <c:ptCount val="1"/>
                <c:pt idx="0">
                  <c:v>Average of product_wg_ton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Analysis!$I$4:$I$7</c:f>
              <c:strCache>
                <c:ptCount val="3"/>
                <c:pt idx="0">
                  <c:v>Small</c:v>
                </c:pt>
                <c:pt idx="1">
                  <c:v>Large</c:v>
                </c:pt>
                <c:pt idx="2">
                  <c:v>Mid</c:v>
                </c:pt>
              </c:strCache>
            </c:strRef>
          </c:cat>
          <c:val>
            <c:numRef>
              <c:f>Analysis!$K$4:$K$7</c:f>
              <c:numCache>
                <c:formatCode>[&gt;=1000000]\ #.##,,\ "M";[&gt;=1000]\ #.##,\ "K";#</c:formatCode>
                <c:ptCount val="3"/>
                <c:pt idx="0">
                  <c:v>21899.591561006029</c:v>
                </c:pt>
                <c:pt idx="1">
                  <c:v>22100.487855246338</c:v>
                </c:pt>
                <c:pt idx="2">
                  <c:v>22202.298103792415</c:v>
                </c:pt>
              </c:numCache>
            </c:numRef>
          </c:val>
          <c:extLst>
            <c:ext xmlns:c16="http://schemas.microsoft.com/office/drawing/2014/chart" uri="{C3380CC4-5D6E-409C-BE32-E72D297353CC}">
              <c16:uniqueId val="{00000007-349F-4B03-B563-42689F3281A5}"/>
            </c:ext>
          </c:extLst>
        </c:ser>
        <c:dLbls>
          <c:dLblPos val="outEnd"/>
          <c:showLegendKey val="0"/>
          <c:showVal val="1"/>
          <c:showCatName val="0"/>
          <c:showSerName val="0"/>
          <c:showPercent val="0"/>
          <c:showBubbleSize val="0"/>
        </c:dLbls>
        <c:gapWidth val="182"/>
        <c:axId val="567316416"/>
        <c:axId val="567314976"/>
      </c:barChart>
      <c:catAx>
        <c:axId val="567316416"/>
        <c:scaling>
          <c:orientation val="minMax"/>
        </c:scaling>
        <c:delete val="0"/>
        <c:axPos val="l"/>
        <c:numFmt formatCode="General" sourceLinked="1"/>
        <c:majorTickMark val="none"/>
        <c:minorTickMark val="none"/>
        <c:tickLblPos val="nextTo"/>
        <c:spPr>
          <a:noFill/>
          <a:ln w="9525" cap="flat" cmpd="sng" algn="ctr">
            <a:solidFill>
              <a:srgbClr val="C00000"/>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crossAx val="567314976"/>
        <c:crosses val="autoZero"/>
        <c:auto val="1"/>
        <c:lblAlgn val="ctr"/>
        <c:lblOffset val="100"/>
        <c:noMultiLvlLbl val="0"/>
      </c:catAx>
      <c:valAx>
        <c:axId val="567314976"/>
        <c:scaling>
          <c:orientation val="minMax"/>
        </c:scaling>
        <c:delete val="1"/>
        <c:axPos val="b"/>
        <c:numFmt formatCode="[&gt;=1000000]\ #.##,,\ &quot;M&quot;;[&gt;=1000]\ #.##,\ &quot;K&quot;;#" sourceLinked="1"/>
        <c:majorTickMark val="none"/>
        <c:minorTickMark val="none"/>
        <c:tickLblPos val="nextTo"/>
        <c:crossAx val="5673164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[FMCG_data Work.xlsx]Analysis!PivotTable2</c:name>
    <c:fmtId val="-1"/>
  </c:pivotSource>
  <c:chart>
    <c:title>
      <c:tx>
        <c:rich>
          <a:bodyPr rot="0" spcFirstLastPara="1" vertOverflow="ellipsis" vert="horz" wrap="square" anchor="ctr" anchorCtr="1"/>
          <a:lstStyle/>
          <a:p>
            <a:pPr>
              <a:defRPr sz="1600" b="0" i="0" u="none" strike="noStrike" kern="1200" spc="0" baseline="0">
                <a:solidFill>
                  <a:srgbClr val="C00000"/>
                </a:solidFill>
                <a:latin typeface="Georgia" panose="02040502050405020303" pitchFamily="18" charset="0"/>
                <a:ea typeface="+mn-ea"/>
                <a:cs typeface="+mn-cs"/>
              </a:defRPr>
            </a:pPr>
            <a:r>
              <a:rPr lang="en-US" sz="1600">
                <a:solidFill>
                  <a:srgbClr val="C00000"/>
                </a:solidFill>
                <a:latin typeface="Georgia" panose="02040502050405020303" pitchFamily="18" charset="0"/>
              </a:rPr>
              <a:t>Warehouse</a:t>
            </a:r>
            <a:r>
              <a:rPr lang="en-US" sz="1600" baseline="0">
                <a:solidFill>
                  <a:srgbClr val="C00000"/>
                </a:solidFill>
                <a:latin typeface="Georgia" panose="02040502050405020303" pitchFamily="18" charset="0"/>
              </a:rPr>
              <a:t> Distribution and Avg Product ton by Location</a:t>
            </a:r>
            <a:endParaRPr lang="en-US" sz="1600">
              <a:solidFill>
                <a:srgbClr val="C00000"/>
              </a:solidFill>
              <a:latin typeface="Georgia" panose="02040502050405020303"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rgbClr val="C00000"/>
              </a:solidFill>
              <a:latin typeface="Georgia" panose="02040502050405020303" pitchFamily="18" charset="0"/>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EF6C00"/>
          </a:solidFill>
          <a:ln w="19050">
            <a:solidFill>
              <a:schemeClr val="lt1"/>
            </a:solidFill>
          </a:ln>
          <a:effectLst/>
        </c:spPr>
      </c:pivotFmt>
      <c:pivotFmt>
        <c:idx val="8"/>
        <c:spPr>
          <a:solidFill>
            <a:srgbClr val="FBC02D"/>
          </a:solidFill>
          <a:ln w="19050">
            <a:solidFill>
              <a:schemeClr val="lt1"/>
            </a:solidFill>
          </a:ln>
          <a:effectLst/>
        </c:spPr>
        <c:dLbl>
          <c:idx val="0"/>
          <c:layout>
            <c:manualLayout>
              <c:x val="5.9810156869240731E-2"/>
              <c:y val="0.1171341531342631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EF6C00"/>
          </a:solidFill>
          <a:ln w="19050">
            <a:solidFill>
              <a:schemeClr val="lt1"/>
            </a:solidFill>
          </a:ln>
          <a:effectLst/>
        </c:spPr>
        <c:dLbl>
          <c:idx val="0"/>
          <c:layout>
            <c:manualLayout>
              <c:x val="6.3438223857607459E-2"/>
              <c:y val="0.1656005059291047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4"/>
          </a:solidFill>
          <a:ln w="19050">
            <a:solidFill>
              <a:schemeClr val="lt1"/>
            </a:solidFill>
          </a:ln>
          <a:effectLst/>
        </c:spPr>
        <c:dLbl>
          <c:idx val="0"/>
          <c:layout>
            <c:manualLayout>
              <c:x val="-7.8805654525891763E-2"/>
              <c:y val="-0.1656005059291048"/>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EF6C00"/>
          </a:solidFill>
          <a:ln w="19050">
            <a:solidFill>
              <a:schemeClr val="lt1"/>
            </a:solidFill>
          </a:ln>
          <a:effectLst/>
        </c:spPr>
      </c:pivotFmt>
      <c:pivotFmt>
        <c:idx val="14"/>
        <c:spPr>
          <a:solidFill>
            <a:srgbClr val="FBC02D"/>
          </a:solidFill>
          <a:ln w="19050">
            <a:solidFill>
              <a:schemeClr val="lt1"/>
            </a:solidFill>
          </a:ln>
          <a:effectLst/>
        </c:spPr>
        <c:dLbl>
          <c:idx val="0"/>
          <c:layout>
            <c:manualLayout>
              <c:x val="5.9810156869240731E-2"/>
              <c:y val="0.1171341531342631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EF6C00"/>
          </a:solidFill>
          <a:ln w="19050">
            <a:solidFill>
              <a:schemeClr val="lt1"/>
            </a:solidFill>
          </a:ln>
          <a:effectLst/>
        </c:spPr>
        <c:dLbl>
          <c:idx val="0"/>
          <c:layout>
            <c:manualLayout>
              <c:x val="6.3438223857607459E-2"/>
              <c:y val="0.1656005059291047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4"/>
          </a:solidFill>
          <a:ln w="19050">
            <a:solidFill>
              <a:schemeClr val="lt1"/>
            </a:solidFill>
          </a:ln>
          <a:effectLst/>
        </c:spPr>
        <c:dLbl>
          <c:idx val="0"/>
          <c:layout>
            <c:manualLayout>
              <c:x val="-7.8805654525891763E-2"/>
              <c:y val="-0.1656005059291048"/>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EF6C00"/>
          </a:solidFill>
          <a:ln w="19050">
            <a:solidFill>
              <a:schemeClr val="lt1"/>
            </a:solidFill>
          </a:ln>
          <a:effectLst/>
        </c:spPr>
      </c:pivotFmt>
      <c:pivotFmt>
        <c:idx val="20"/>
        <c:spPr>
          <a:solidFill>
            <a:srgbClr val="FBC02D"/>
          </a:solidFill>
          <a:ln w="19050">
            <a:solidFill>
              <a:schemeClr val="lt1"/>
            </a:solidFill>
          </a:ln>
          <a:effectLst/>
        </c:spPr>
        <c:dLbl>
          <c:idx val="0"/>
          <c:layout>
            <c:manualLayout>
              <c:x val="5.9810156869240731E-2"/>
              <c:y val="0.1171341531342631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EF6C00"/>
          </a:solidFill>
          <a:ln w="19050">
            <a:solidFill>
              <a:schemeClr val="lt1"/>
            </a:solidFill>
          </a:ln>
          <a:effectLst/>
        </c:spPr>
        <c:dLbl>
          <c:idx val="0"/>
          <c:layout>
            <c:manualLayout>
              <c:x val="6.3438223857607459E-2"/>
              <c:y val="0.16560050592910472"/>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4"/>
          </a:solidFill>
          <a:ln w="19050">
            <a:solidFill>
              <a:schemeClr val="lt1"/>
            </a:solidFill>
          </a:ln>
          <a:effectLst/>
        </c:spPr>
        <c:dLbl>
          <c:idx val="0"/>
          <c:layout>
            <c:manualLayout>
              <c:x val="-7.8805654525891763E-2"/>
              <c:y val="-0.1656005059291048"/>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Analysis!$B$3</c:f>
              <c:strCache>
                <c:ptCount val="1"/>
                <c:pt idx="0">
                  <c:v>Count of Ware_house_ID</c:v>
                </c:pt>
              </c:strCache>
            </c:strRef>
          </c:tx>
          <c:dPt>
            <c:idx val="0"/>
            <c:bubble3D val="0"/>
            <c:spPr>
              <a:solidFill>
                <a:srgbClr val="EF6C00"/>
              </a:solidFill>
              <a:ln w="19050">
                <a:solidFill>
                  <a:schemeClr val="lt1"/>
                </a:solidFill>
              </a:ln>
              <a:effectLst/>
            </c:spPr>
            <c:extLst>
              <c:ext xmlns:c16="http://schemas.microsoft.com/office/drawing/2014/chart" uri="{C3380CC4-5D6E-409C-BE32-E72D297353CC}">
                <c16:uniqueId val="{00000001-EC1D-469A-842B-53A2C1515C1D}"/>
              </c:ext>
            </c:extLst>
          </c:dPt>
          <c:dPt>
            <c:idx val="1"/>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3-EC1D-469A-842B-53A2C1515C1D}"/>
              </c:ext>
            </c:extLst>
          </c:dPt>
          <c:dLbls>
            <c:dLbl>
              <c:idx val="1"/>
              <c:layout>
                <c:manualLayout>
                  <c:x val="5.9810156869240731E-2"/>
                  <c:y val="0.117134153134263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C1D-469A-842B-53A2C1515C1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Analysis!$A$4:$A$6</c:f>
              <c:strCache>
                <c:ptCount val="2"/>
                <c:pt idx="0">
                  <c:v>Rural</c:v>
                </c:pt>
                <c:pt idx="1">
                  <c:v>Urban</c:v>
                </c:pt>
              </c:strCache>
            </c:strRef>
          </c:cat>
          <c:val>
            <c:numRef>
              <c:f>Analysis!$B$4:$B$6</c:f>
              <c:numCache>
                <c:formatCode>0.00%</c:formatCode>
                <c:ptCount val="2"/>
                <c:pt idx="0">
                  <c:v>0.91827999999999999</c:v>
                </c:pt>
                <c:pt idx="1">
                  <c:v>8.1720000000000001E-2</c:v>
                </c:pt>
              </c:numCache>
            </c:numRef>
          </c:val>
          <c:extLst>
            <c:ext xmlns:c16="http://schemas.microsoft.com/office/drawing/2014/chart" uri="{C3380CC4-5D6E-409C-BE32-E72D297353CC}">
              <c16:uniqueId val="{00000004-EC1D-469A-842B-53A2C1515C1D}"/>
            </c:ext>
          </c:extLst>
        </c:ser>
        <c:ser>
          <c:idx val="1"/>
          <c:order val="1"/>
          <c:tx>
            <c:strRef>
              <c:f>Analysis!$C$3</c:f>
              <c:strCache>
                <c:ptCount val="1"/>
                <c:pt idx="0">
                  <c:v>Average of product_wg_ton</c:v>
                </c:pt>
              </c:strCache>
            </c:strRef>
          </c:tx>
          <c:dPt>
            <c:idx val="0"/>
            <c:bubble3D val="0"/>
            <c:spPr>
              <a:solidFill>
                <a:srgbClr val="EF6C00"/>
              </a:solidFill>
              <a:ln w="19050">
                <a:solidFill>
                  <a:schemeClr val="lt1"/>
                </a:solidFill>
              </a:ln>
              <a:effectLst/>
            </c:spPr>
            <c:extLst>
              <c:ext xmlns:c16="http://schemas.microsoft.com/office/drawing/2014/chart" uri="{C3380CC4-5D6E-409C-BE32-E72D297353CC}">
                <c16:uniqueId val="{00000006-EC1D-469A-842B-53A2C1515C1D}"/>
              </c:ext>
            </c:extLst>
          </c:dPt>
          <c:dPt>
            <c:idx val="1"/>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8-EC1D-469A-842B-53A2C1515C1D}"/>
              </c:ext>
            </c:extLst>
          </c:dPt>
          <c:dLbls>
            <c:dLbl>
              <c:idx val="0"/>
              <c:layout>
                <c:manualLayout>
                  <c:x val="6.3438223857607459E-2"/>
                  <c:y val="0.165600505929104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1D-469A-842B-53A2C1515C1D}"/>
                </c:ext>
              </c:extLst>
            </c:dLbl>
            <c:dLbl>
              <c:idx val="1"/>
              <c:layout>
                <c:manualLayout>
                  <c:x val="-7.8805654525891763E-2"/>
                  <c:y val="-0.16560050592910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C1D-469A-842B-53A2C1515C1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Analysis!$A$4:$A$6</c:f>
              <c:strCache>
                <c:ptCount val="2"/>
                <c:pt idx="0">
                  <c:v>Rural</c:v>
                </c:pt>
                <c:pt idx="1">
                  <c:v>Urban</c:v>
                </c:pt>
              </c:strCache>
            </c:strRef>
          </c:cat>
          <c:val>
            <c:numRef>
              <c:f>Analysis!$C$4:$C$6</c:f>
              <c:numCache>
                <c:formatCode>[&gt;=1000000]\ #.##,,\ "M";[&gt;=1000]\ #.##,\ "K";#</c:formatCode>
                <c:ptCount val="2"/>
                <c:pt idx="0">
                  <c:v>21844.43010846365</c:v>
                </c:pt>
                <c:pt idx="1">
                  <c:v>25004.033773861967</c:v>
                </c:pt>
              </c:numCache>
            </c:numRef>
          </c:val>
          <c:extLst>
            <c:ext xmlns:c16="http://schemas.microsoft.com/office/drawing/2014/chart" uri="{C3380CC4-5D6E-409C-BE32-E72D297353CC}">
              <c16:uniqueId val="{00000009-EC1D-469A-842B-53A2C1515C1D}"/>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[FMCG_data Work.xlsx]Analysis!PivotTable3</c:name>
    <c:fmtId val="-1"/>
  </c:pivotSource>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a:solidFill>
                  <a:srgbClr val="C00000"/>
                </a:solidFill>
                <a:latin typeface="Georgia" panose="02040502050405020303" pitchFamily="18" charset="0"/>
              </a:rPr>
              <a:t>Warehouse Distibution by Zone</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pivotFmt>
      <c:pivotFmt>
        <c:idx val="3"/>
        <c:spPr>
          <a:solidFill>
            <a:schemeClr val="accent2"/>
          </a:solidFill>
          <a:ln>
            <a:noFill/>
          </a:ln>
          <a:effectLst/>
        </c:spPr>
      </c:pivotFmt>
      <c:pivotFmt>
        <c:idx val="4"/>
        <c:spPr>
          <a:solidFill>
            <a:schemeClr val="accent2"/>
          </a:solidFill>
          <a:ln>
            <a:noFill/>
          </a:ln>
          <a:effectLst/>
        </c:spPr>
      </c:pivotFmt>
      <c:pivotFmt>
        <c:idx val="5"/>
        <c:spPr>
          <a:solidFill>
            <a:schemeClr val="accent2"/>
          </a:solidFill>
          <a:ln>
            <a:noFill/>
          </a:ln>
          <a:effectLst/>
        </c:spPr>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pivotFmt>
      <c:pivotFmt>
        <c:idx val="8"/>
        <c:spPr>
          <a:solidFill>
            <a:schemeClr val="accent2"/>
          </a:solidFill>
          <a:ln>
            <a:noFill/>
          </a:ln>
          <a:effectLst/>
        </c:spPr>
      </c:pivotFmt>
      <c:pivotFmt>
        <c:idx val="9"/>
        <c:spPr>
          <a:solidFill>
            <a:schemeClr val="accent2"/>
          </a:solidFill>
          <a:ln>
            <a:noFill/>
          </a:ln>
          <a:effectLst/>
        </c:spPr>
      </c:pivotFmt>
      <c:pivotFmt>
        <c:idx val="10"/>
        <c:spPr>
          <a:solidFill>
            <a:schemeClr val="accent2"/>
          </a:solidFill>
          <a:ln>
            <a:noFill/>
          </a:ln>
          <a:effectLst/>
        </c:spPr>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pivotFmt>
      <c:pivotFmt>
        <c:idx val="13"/>
        <c:spPr>
          <a:solidFill>
            <a:schemeClr val="accent2"/>
          </a:solidFill>
          <a:ln>
            <a:noFill/>
          </a:ln>
          <a:effectLst/>
        </c:spPr>
      </c:pivotFmt>
      <c:pivotFmt>
        <c:idx val="14"/>
        <c:spPr>
          <a:solidFill>
            <a:schemeClr val="accent2"/>
          </a:solidFill>
          <a:ln>
            <a:noFill/>
          </a:ln>
          <a:effectLst/>
        </c:spPr>
      </c:pivotFmt>
      <c:pivotFmt>
        <c:idx val="15"/>
        <c:spPr>
          <a:solidFill>
            <a:schemeClr val="accent2"/>
          </a:solidFill>
          <a:ln>
            <a:noFill/>
          </a:ln>
          <a:effectLst/>
        </c:spPr>
      </c:pivotFmt>
      <c:pivotFmt>
        <c:idx val="1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2"/>
          </a:solidFill>
          <a:ln>
            <a:noFill/>
          </a:ln>
          <a:effectLst/>
        </c:spPr>
      </c:pivotFmt>
      <c:pivotFmt>
        <c:idx val="18"/>
        <c:spPr>
          <a:solidFill>
            <a:schemeClr val="accent2"/>
          </a:solidFill>
          <a:ln>
            <a:noFill/>
          </a:ln>
          <a:effectLst/>
        </c:spPr>
      </c:pivotFmt>
      <c:pivotFmt>
        <c:idx val="19"/>
        <c:spPr>
          <a:solidFill>
            <a:schemeClr val="accent2"/>
          </a:solidFill>
          <a:ln>
            <a:noFill/>
          </a:ln>
          <a:effectLst/>
        </c:spPr>
      </c:pivotFmt>
      <c:pivotFmt>
        <c:idx val="20"/>
        <c:spPr>
          <a:solidFill>
            <a:schemeClr val="accent2"/>
          </a:solidFill>
          <a:ln>
            <a:noFill/>
          </a:ln>
          <a:effectLst/>
        </c:spPr>
      </c:pivotFmt>
    </c:pivotFmts>
    <c:plotArea>
      <c:layout/>
      <c:barChart>
        <c:barDir val="col"/>
        <c:grouping val="clustered"/>
        <c:varyColors val="1"/>
        <c:ser>
          <c:idx val="0"/>
          <c:order val="0"/>
          <c:tx>
            <c:strRef>
              <c:f>Analysis!$F$3</c:f>
              <c:strCache>
                <c:ptCount val="1"/>
                <c:pt idx="0">
                  <c:v>Total</c:v>
                </c:pt>
              </c:strCache>
            </c:strRef>
          </c:tx>
          <c:invertIfNegative val="0"/>
          <c:dPt>
            <c:idx val="0"/>
            <c:invertIfNegative val="0"/>
            <c:bubble3D val="0"/>
            <c:spPr>
              <a:solidFill>
                <a:schemeClr val="accent2">
                  <a:tint val="58000"/>
                </a:schemeClr>
              </a:solidFill>
              <a:ln>
                <a:noFill/>
              </a:ln>
              <a:effectLst/>
            </c:spPr>
            <c:extLst>
              <c:ext xmlns:c16="http://schemas.microsoft.com/office/drawing/2014/chart" uri="{C3380CC4-5D6E-409C-BE32-E72D297353CC}">
                <c16:uniqueId val="{00000001-9715-4188-9294-B03CDC06ED67}"/>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9715-4188-9294-B03CDC06ED67}"/>
              </c:ext>
            </c:extLst>
          </c:dPt>
          <c:dPt>
            <c:idx val="2"/>
            <c:invertIfNegative val="0"/>
            <c:bubble3D val="0"/>
            <c:spPr>
              <a:solidFill>
                <a:schemeClr val="accent2">
                  <a:shade val="86000"/>
                </a:schemeClr>
              </a:solidFill>
              <a:ln>
                <a:noFill/>
              </a:ln>
              <a:effectLst/>
            </c:spPr>
            <c:extLst>
              <c:ext xmlns:c16="http://schemas.microsoft.com/office/drawing/2014/chart" uri="{C3380CC4-5D6E-409C-BE32-E72D297353CC}">
                <c16:uniqueId val="{00000005-9715-4188-9294-B03CDC06ED67}"/>
              </c:ext>
            </c:extLst>
          </c:dPt>
          <c:dPt>
            <c:idx val="3"/>
            <c:invertIfNegative val="0"/>
            <c:bubble3D val="0"/>
            <c:spPr>
              <a:solidFill>
                <a:schemeClr val="accent2">
                  <a:shade val="58000"/>
                </a:schemeClr>
              </a:solidFill>
              <a:ln>
                <a:noFill/>
              </a:ln>
              <a:effectLst/>
            </c:spPr>
            <c:extLst>
              <c:ext xmlns:c16="http://schemas.microsoft.com/office/drawing/2014/chart" uri="{C3380CC4-5D6E-409C-BE32-E72D297353CC}">
                <c16:uniqueId val="{00000007-9715-4188-9294-B03CDC06ED67}"/>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Analysis!$E$4:$E$8</c:f>
              <c:strCache>
                <c:ptCount val="4"/>
                <c:pt idx="0">
                  <c:v>East</c:v>
                </c:pt>
                <c:pt idx="1">
                  <c:v>North</c:v>
                </c:pt>
                <c:pt idx="2">
                  <c:v>South</c:v>
                </c:pt>
                <c:pt idx="3">
                  <c:v>West</c:v>
                </c:pt>
              </c:strCache>
            </c:strRef>
          </c:cat>
          <c:val>
            <c:numRef>
              <c:f>Analysis!$F$4:$F$8</c:f>
              <c:numCache>
                <c:formatCode>[&gt;=1000000]\ #.##,,\ "M";[&gt;=1000]\ #.##,\ "K";#</c:formatCode>
                <c:ptCount val="4"/>
                <c:pt idx="0">
                  <c:v>429</c:v>
                </c:pt>
                <c:pt idx="1">
                  <c:v>10278</c:v>
                </c:pt>
                <c:pt idx="2">
                  <c:v>6362</c:v>
                </c:pt>
                <c:pt idx="3">
                  <c:v>7931</c:v>
                </c:pt>
              </c:numCache>
            </c:numRef>
          </c:val>
          <c:extLst>
            <c:ext xmlns:c16="http://schemas.microsoft.com/office/drawing/2014/chart" uri="{C3380CC4-5D6E-409C-BE32-E72D297353CC}">
              <c16:uniqueId val="{00000008-9715-4188-9294-B03CDC06ED67}"/>
            </c:ext>
          </c:extLst>
        </c:ser>
        <c:dLbls>
          <c:dLblPos val="outEnd"/>
          <c:showLegendKey val="0"/>
          <c:showVal val="1"/>
          <c:showCatName val="0"/>
          <c:showSerName val="0"/>
          <c:showPercent val="0"/>
          <c:showBubbleSize val="0"/>
        </c:dLbls>
        <c:gapWidth val="219"/>
        <c:overlap val="-27"/>
        <c:axId val="567327216"/>
        <c:axId val="567328656"/>
      </c:barChart>
      <c:catAx>
        <c:axId val="567327216"/>
        <c:scaling>
          <c:orientation val="minMax"/>
        </c:scaling>
        <c:delete val="0"/>
        <c:axPos val="b"/>
        <c:numFmt formatCode="General" sourceLinked="1"/>
        <c:majorTickMark val="none"/>
        <c:minorTickMark val="none"/>
        <c:tickLblPos val="nextTo"/>
        <c:spPr>
          <a:noFill/>
          <a:ln w="9525" cap="flat" cmpd="sng" algn="ctr">
            <a:solidFill>
              <a:srgbClr val="C00000"/>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crossAx val="567328656"/>
        <c:crosses val="autoZero"/>
        <c:auto val="1"/>
        <c:lblAlgn val="ctr"/>
        <c:lblOffset val="100"/>
        <c:noMultiLvlLbl val="0"/>
      </c:catAx>
      <c:valAx>
        <c:axId val="567328656"/>
        <c:scaling>
          <c:orientation val="minMax"/>
        </c:scaling>
        <c:delete val="1"/>
        <c:axPos val="l"/>
        <c:numFmt formatCode="[&gt;=1000000]\ #.##,,\ &quot;M&quot;;[&gt;=1000]\ #.##,\ &quot;K&quot;;#" sourceLinked="1"/>
        <c:majorTickMark val="none"/>
        <c:minorTickMark val="none"/>
        <c:tickLblPos val="nextTo"/>
        <c:crossAx val="5673272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[FMCG_data Work.xlsx]Analysis!PivotTable12</c:name>
    <c:fmtId val="-1"/>
  </c:pivotSource>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Georgia" panose="02040502050405020303" pitchFamily="18" charset="0"/>
                <a:ea typeface="+mn-ea"/>
                <a:cs typeface="+mn-cs"/>
              </a:defRPr>
            </a:pPr>
            <a:r>
              <a:rPr lang="en-US" sz="1600">
                <a:latin typeface="Georgia" panose="02040502050405020303" pitchFamily="18" charset="0"/>
              </a:rPr>
              <a:t>Average</a:t>
            </a:r>
            <a:r>
              <a:rPr lang="en-US" sz="1600" baseline="0">
                <a:latin typeface="Georgia" panose="02040502050405020303" pitchFamily="18" charset="0"/>
              </a:rPr>
              <a:t> Product ton delivered by Zone </a:t>
            </a:r>
            <a:endParaRPr lang="en-US" sz="1600">
              <a:latin typeface="Georgia" panose="02040502050405020303"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Georgia" panose="02040502050405020303" pitchFamily="18" charset="0"/>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pivotFmt>
      <c:pivotFmt>
        <c:idx val="3"/>
        <c:spPr>
          <a:solidFill>
            <a:schemeClr val="accent2"/>
          </a:solidFill>
          <a:ln>
            <a:noFill/>
          </a:ln>
          <a:effectLst/>
        </c:spPr>
      </c:pivotFmt>
      <c:pivotFmt>
        <c:idx val="4"/>
        <c:spPr>
          <a:solidFill>
            <a:schemeClr val="accent2"/>
          </a:solidFill>
          <a:ln>
            <a:noFill/>
          </a:ln>
          <a:effectLst/>
        </c:spPr>
      </c:pivotFmt>
      <c:pivotFmt>
        <c:idx val="5"/>
        <c:spPr>
          <a:solidFill>
            <a:schemeClr val="accent2"/>
          </a:solidFill>
          <a:ln>
            <a:noFill/>
          </a:ln>
          <a:effectLst/>
        </c:spPr>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pivotFmt>
      <c:pivotFmt>
        <c:idx val="8"/>
        <c:spPr>
          <a:solidFill>
            <a:schemeClr val="accent2"/>
          </a:solidFill>
          <a:ln>
            <a:noFill/>
          </a:ln>
          <a:effectLst/>
        </c:spPr>
      </c:pivotFmt>
      <c:pivotFmt>
        <c:idx val="9"/>
        <c:spPr>
          <a:solidFill>
            <a:schemeClr val="accent2"/>
          </a:solidFill>
          <a:ln>
            <a:noFill/>
          </a:ln>
          <a:effectLst/>
        </c:spPr>
      </c:pivotFmt>
      <c:pivotFmt>
        <c:idx val="10"/>
        <c:spPr>
          <a:solidFill>
            <a:schemeClr val="accent2"/>
          </a:solidFill>
          <a:ln>
            <a:noFill/>
          </a:ln>
          <a:effectLst/>
        </c:spPr>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pivotFmt>
      <c:pivotFmt>
        <c:idx val="13"/>
        <c:spPr>
          <a:solidFill>
            <a:schemeClr val="accent2"/>
          </a:solidFill>
          <a:ln>
            <a:noFill/>
          </a:ln>
          <a:effectLst/>
        </c:spPr>
      </c:pivotFmt>
      <c:pivotFmt>
        <c:idx val="14"/>
        <c:spPr>
          <a:solidFill>
            <a:schemeClr val="accent2"/>
          </a:solidFill>
          <a:ln>
            <a:noFill/>
          </a:ln>
          <a:effectLst/>
        </c:spPr>
      </c:pivotFmt>
      <c:pivotFmt>
        <c:idx val="15"/>
        <c:spPr>
          <a:solidFill>
            <a:schemeClr val="accent2"/>
          </a:solidFill>
          <a:ln>
            <a:noFill/>
          </a:ln>
          <a:effectLst/>
        </c:spPr>
      </c:pivotFmt>
      <c:pivotFmt>
        <c:idx val="1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2"/>
          </a:solidFill>
          <a:ln>
            <a:noFill/>
          </a:ln>
          <a:effectLst/>
        </c:spPr>
      </c:pivotFmt>
      <c:pivotFmt>
        <c:idx val="18"/>
        <c:spPr>
          <a:solidFill>
            <a:schemeClr val="accent2"/>
          </a:solidFill>
          <a:ln>
            <a:noFill/>
          </a:ln>
          <a:effectLst/>
        </c:spPr>
      </c:pivotFmt>
      <c:pivotFmt>
        <c:idx val="19"/>
        <c:spPr>
          <a:solidFill>
            <a:schemeClr val="accent2"/>
          </a:solidFill>
          <a:ln>
            <a:noFill/>
          </a:ln>
          <a:effectLst/>
        </c:spPr>
      </c:pivotFmt>
      <c:pivotFmt>
        <c:idx val="20"/>
        <c:spPr>
          <a:solidFill>
            <a:schemeClr val="accent2"/>
          </a:solidFill>
          <a:ln>
            <a:noFill/>
          </a:ln>
          <a:effectLst/>
        </c:spPr>
      </c:pivotFmt>
    </c:pivotFmts>
    <c:plotArea>
      <c:layout/>
      <c:barChart>
        <c:barDir val="col"/>
        <c:grouping val="clustered"/>
        <c:varyColors val="1"/>
        <c:ser>
          <c:idx val="0"/>
          <c:order val="0"/>
          <c:tx>
            <c:strRef>
              <c:f>Analysis!$F$12</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20AF-4D0F-ABF8-D5A33E685477}"/>
              </c:ext>
            </c:extLst>
          </c:dPt>
          <c:dPt>
            <c:idx val="1"/>
            <c:invertIfNegative val="0"/>
            <c:bubble3D val="0"/>
            <c:spPr>
              <a:solidFill>
                <a:schemeClr val="accent2">
                  <a:shade val="86000"/>
                </a:schemeClr>
              </a:solidFill>
              <a:ln>
                <a:noFill/>
              </a:ln>
              <a:effectLst/>
            </c:spPr>
            <c:extLst>
              <c:ext xmlns:c16="http://schemas.microsoft.com/office/drawing/2014/chart" uri="{C3380CC4-5D6E-409C-BE32-E72D297353CC}">
                <c16:uniqueId val="{00000003-20AF-4D0F-ABF8-D5A33E685477}"/>
              </c:ext>
            </c:extLst>
          </c:dPt>
          <c:dPt>
            <c:idx val="2"/>
            <c:invertIfNegative val="0"/>
            <c:bubble3D val="0"/>
            <c:spPr>
              <a:solidFill>
                <a:schemeClr val="accent2">
                  <a:tint val="86000"/>
                </a:schemeClr>
              </a:solidFill>
              <a:ln>
                <a:noFill/>
              </a:ln>
              <a:effectLst/>
            </c:spPr>
            <c:extLst>
              <c:ext xmlns:c16="http://schemas.microsoft.com/office/drawing/2014/chart" uri="{C3380CC4-5D6E-409C-BE32-E72D297353CC}">
                <c16:uniqueId val="{00000005-20AF-4D0F-ABF8-D5A33E685477}"/>
              </c:ext>
            </c:extLst>
          </c:dPt>
          <c:dPt>
            <c:idx val="3"/>
            <c:invertIfNegative val="0"/>
            <c:bubble3D val="0"/>
            <c:spPr>
              <a:solidFill>
                <a:schemeClr val="accent2">
                  <a:tint val="58000"/>
                </a:schemeClr>
              </a:solidFill>
              <a:ln>
                <a:noFill/>
              </a:ln>
              <a:effectLst/>
            </c:spPr>
            <c:extLst>
              <c:ext xmlns:c16="http://schemas.microsoft.com/office/drawing/2014/chart" uri="{C3380CC4-5D6E-409C-BE32-E72D297353CC}">
                <c16:uniqueId val="{00000007-20AF-4D0F-ABF8-D5A33E685477}"/>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Analysis!$E$13:$E$17</c:f>
              <c:strCache>
                <c:ptCount val="4"/>
                <c:pt idx="0">
                  <c:v>East</c:v>
                </c:pt>
                <c:pt idx="1">
                  <c:v>North</c:v>
                </c:pt>
                <c:pt idx="2">
                  <c:v>South</c:v>
                </c:pt>
                <c:pt idx="3">
                  <c:v>West</c:v>
                </c:pt>
              </c:strCache>
            </c:strRef>
          </c:cat>
          <c:val>
            <c:numRef>
              <c:f>Analysis!$F$13:$F$17</c:f>
              <c:numCache>
                <c:formatCode>[&gt;=1000000]\ #.##,,\ "M";[&gt;=1000]\ #.##,\ "K";#</c:formatCode>
                <c:ptCount val="4"/>
                <c:pt idx="0">
                  <c:v>22721.452214452216</c:v>
                </c:pt>
                <c:pt idx="1">
                  <c:v>22199.437925666472</c:v>
                </c:pt>
                <c:pt idx="2">
                  <c:v>21933.49591323483</c:v>
                </c:pt>
                <c:pt idx="3">
                  <c:v>22079.384188626907</c:v>
                </c:pt>
              </c:numCache>
            </c:numRef>
          </c:val>
          <c:extLst>
            <c:ext xmlns:c16="http://schemas.microsoft.com/office/drawing/2014/chart" uri="{C3380CC4-5D6E-409C-BE32-E72D297353CC}">
              <c16:uniqueId val="{00000008-20AF-4D0F-ABF8-D5A33E685477}"/>
            </c:ext>
          </c:extLst>
        </c:ser>
        <c:dLbls>
          <c:dLblPos val="outEnd"/>
          <c:showLegendKey val="0"/>
          <c:showVal val="1"/>
          <c:showCatName val="0"/>
          <c:showSerName val="0"/>
          <c:showPercent val="0"/>
          <c:showBubbleSize val="0"/>
        </c:dLbls>
        <c:gapWidth val="219"/>
        <c:overlap val="-27"/>
        <c:axId val="567333336"/>
        <c:axId val="567329736"/>
      </c:barChart>
      <c:catAx>
        <c:axId val="567333336"/>
        <c:scaling>
          <c:orientation val="minMax"/>
        </c:scaling>
        <c:delete val="0"/>
        <c:axPos val="b"/>
        <c:numFmt formatCode="General" sourceLinked="1"/>
        <c:majorTickMark val="none"/>
        <c:minorTickMark val="none"/>
        <c:tickLblPos val="nextTo"/>
        <c:spPr>
          <a:noFill/>
          <a:ln w="9525" cap="flat" cmpd="sng" algn="ctr">
            <a:solidFill>
              <a:srgbClr val="C00000"/>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crossAx val="567329736"/>
        <c:crosses val="autoZero"/>
        <c:auto val="1"/>
        <c:lblAlgn val="ctr"/>
        <c:lblOffset val="100"/>
        <c:noMultiLvlLbl val="0"/>
      </c:catAx>
      <c:valAx>
        <c:axId val="567329736"/>
        <c:scaling>
          <c:orientation val="minMax"/>
        </c:scaling>
        <c:delete val="1"/>
        <c:axPos val="l"/>
        <c:numFmt formatCode="[&gt;=1000000]\ #.##,,\ &quot;M&quot;;[&gt;=1000]\ #.##,\ &quot;K&quot;;#" sourceLinked="1"/>
        <c:majorTickMark val="none"/>
        <c:minorTickMark val="none"/>
        <c:tickLblPos val="nextTo"/>
        <c:crossAx val="5673333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Georgia" panose="02040502050405020303" pitchFamily="18"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2">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728FB349-C407-B489-8274-B2C860AAC2E6}"/>
            </a:ext>
          </a:extLst>
        </p:cNvPr>
        <p:cNvGrpSpPr/>
        <p:nvPr/>
      </p:nvGrpSpPr>
      <p:grpSpPr>
        <a:xfrm>
          <a:off x="0" y="0"/>
          <a:ext cx="0" cy="0"/>
          <a:chOff x="0" y="0"/>
          <a:chExt cx="0" cy="0"/>
        </a:xfrm>
      </p:grpSpPr>
      <p:sp>
        <p:nvSpPr>
          <p:cNvPr id="239" name="Google Shape;239;p:notes">
            <a:extLst>
              <a:ext uri="{FF2B5EF4-FFF2-40B4-BE49-F238E27FC236}">
                <a16:creationId xmlns:a16="http://schemas.microsoft.com/office/drawing/2014/main" id="{36CD54A9-AFFB-6803-755F-E485B7883B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p:notes">
            <a:extLst>
              <a:ext uri="{FF2B5EF4-FFF2-40B4-BE49-F238E27FC236}">
                <a16:creationId xmlns:a16="http://schemas.microsoft.com/office/drawing/2014/main" id="{D725153F-7757-8410-1351-9B011B8F50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5896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a62f8d0c9d_0_9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a62f8d0c9d_0_9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a54889094b_1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a54889094b_1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a54889094b_1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a54889094b_1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a54889094b_1_1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a54889094b_1_1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a54889094b_1_1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a54889094b_1_1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a62f8d0c9d_0_20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a62f8d0c9d_0_20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a62f8d0c9d_0_1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a62f8d0c9d_0_1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ga62f8d0c9d_0_10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9" name="Google Shape;1209;ga62f8d0c9d_0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a62f8d0c9d_0_2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ga62f8d0c9d_0_2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a:extLst>
            <a:ext uri="{FF2B5EF4-FFF2-40B4-BE49-F238E27FC236}">
              <a16:creationId xmlns:a16="http://schemas.microsoft.com/office/drawing/2014/main" id="{AA9C5D9E-AE2D-2B6F-ACD3-C2ECB9B4D2D3}"/>
            </a:ext>
          </a:extLst>
        </p:cNvPr>
        <p:cNvGrpSpPr/>
        <p:nvPr/>
      </p:nvGrpSpPr>
      <p:grpSpPr>
        <a:xfrm>
          <a:off x="0" y="0"/>
          <a:ext cx="0" cy="0"/>
          <a:chOff x="0" y="0"/>
          <a:chExt cx="0" cy="0"/>
        </a:xfrm>
      </p:grpSpPr>
      <p:sp>
        <p:nvSpPr>
          <p:cNvPr id="1208" name="Google Shape;1208;ga62f8d0c9d_0_1016:notes">
            <a:extLst>
              <a:ext uri="{FF2B5EF4-FFF2-40B4-BE49-F238E27FC236}">
                <a16:creationId xmlns:a16="http://schemas.microsoft.com/office/drawing/2014/main" id="{AFC72AF9-FE7B-7B5F-4990-1219C4085A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9" name="Google Shape;1209;ga62f8d0c9d_0_1016:notes">
            <a:extLst>
              <a:ext uri="{FF2B5EF4-FFF2-40B4-BE49-F238E27FC236}">
                <a16:creationId xmlns:a16="http://schemas.microsoft.com/office/drawing/2014/main" id="{67E266DA-18B2-4A1A-3AE0-5E282C664A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5292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a:extLst>
            <a:ext uri="{FF2B5EF4-FFF2-40B4-BE49-F238E27FC236}">
              <a16:creationId xmlns:a16="http://schemas.microsoft.com/office/drawing/2014/main" id="{1155829C-57F0-27A3-F21F-EFA10935776A}"/>
            </a:ext>
          </a:extLst>
        </p:cNvPr>
        <p:cNvGrpSpPr/>
        <p:nvPr/>
      </p:nvGrpSpPr>
      <p:grpSpPr>
        <a:xfrm>
          <a:off x="0" y="0"/>
          <a:ext cx="0" cy="0"/>
          <a:chOff x="0" y="0"/>
          <a:chExt cx="0" cy="0"/>
        </a:xfrm>
      </p:grpSpPr>
      <p:sp>
        <p:nvSpPr>
          <p:cNvPr id="1263" name="Google Shape;1263;ga62f8d0c9d_0_2050:notes">
            <a:extLst>
              <a:ext uri="{FF2B5EF4-FFF2-40B4-BE49-F238E27FC236}">
                <a16:creationId xmlns:a16="http://schemas.microsoft.com/office/drawing/2014/main" id="{4452666A-B1DC-62D1-6974-F26CDDE915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ga62f8d0c9d_0_2050:notes">
            <a:extLst>
              <a:ext uri="{FF2B5EF4-FFF2-40B4-BE49-F238E27FC236}">
                <a16:creationId xmlns:a16="http://schemas.microsoft.com/office/drawing/2014/main" id="{4D70D385-B813-F8F7-D398-C23CC0AD5C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6966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p:cNvGrpSpPr/>
        <p:nvPr/>
      </p:nvGrpSpPr>
      <p:grpSpPr>
        <a:xfrm>
          <a:off x="0" y="0"/>
          <a:ext cx="0" cy="0"/>
          <a:chOff x="0" y="0"/>
          <a:chExt cx="0" cy="0"/>
        </a:xfrm>
      </p:grpSpPr>
      <p:sp>
        <p:nvSpPr>
          <p:cNvPr id="2153" name="Google Shape;2153;ga64c499490_0_9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4" name="Google Shape;2154;ga64c499490_0_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a:extLst>
            <a:ext uri="{FF2B5EF4-FFF2-40B4-BE49-F238E27FC236}">
              <a16:creationId xmlns:a16="http://schemas.microsoft.com/office/drawing/2014/main" id="{5FE54828-DEFC-44FB-1C70-66BEBCFAC574}"/>
            </a:ext>
          </a:extLst>
        </p:cNvPr>
        <p:cNvGrpSpPr/>
        <p:nvPr/>
      </p:nvGrpSpPr>
      <p:grpSpPr>
        <a:xfrm>
          <a:off x="0" y="0"/>
          <a:ext cx="0" cy="0"/>
          <a:chOff x="0" y="0"/>
          <a:chExt cx="0" cy="0"/>
        </a:xfrm>
      </p:grpSpPr>
      <p:sp>
        <p:nvSpPr>
          <p:cNvPr id="2153" name="Google Shape;2153;ga64c499490_0_924:notes">
            <a:extLst>
              <a:ext uri="{FF2B5EF4-FFF2-40B4-BE49-F238E27FC236}">
                <a16:creationId xmlns:a16="http://schemas.microsoft.com/office/drawing/2014/main" id="{D378B131-8B90-7738-5BA5-D30AB25590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4" name="Google Shape;2154;ga64c499490_0_924:notes">
            <a:extLst>
              <a:ext uri="{FF2B5EF4-FFF2-40B4-BE49-F238E27FC236}">
                <a16:creationId xmlns:a16="http://schemas.microsoft.com/office/drawing/2014/main" id="{C2C44831-212B-5500-07A1-F383310FA5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722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ga62f8d0c9d_0_2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 name="Google Shape;1343;ga62f8d0c9d_0_2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a62f8d0c9d_0_20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a62f8d0c9d_0_20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p:cNvGrpSpPr/>
        <p:nvPr/>
      </p:nvGrpSpPr>
      <p:grpSpPr>
        <a:xfrm>
          <a:off x="0" y="0"/>
          <a:ext cx="0" cy="0"/>
          <a:chOff x="0" y="0"/>
          <a:chExt cx="0" cy="0"/>
        </a:xfrm>
      </p:grpSpPr>
      <p:sp>
        <p:nvSpPr>
          <p:cNvPr id="2215" name="Google Shape;2215;ga64c499490_0_1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a64c499490_0_1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4F6D935F-B35D-B5E5-17B5-E7F07750801E}"/>
            </a:ext>
          </a:extLst>
        </p:cNvPr>
        <p:cNvGrpSpPr/>
        <p:nvPr/>
      </p:nvGrpSpPr>
      <p:grpSpPr>
        <a:xfrm>
          <a:off x="0" y="0"/>
          <a:ext cx="0" cy="0"/>
          <a:chOff x="0" y="0"/>
          <a:chExt cx="0" cy="0"/>
        </a:xfrm>
      </p:grpSpPr>
      <p:sp>
        <p:nvSpPr>
          <p:cNvPr id="2215" name="Google Shape;2215;ga64c499490_0_1017:notes">
            <a:extLst>
              <a:ext uri="{FF2B5EF4-FFF2-40B4-BE49-F238E27FC236}">
                <a16:creationId xmlns:a16="http://schemas.microsoft.com/office/drawing/2014/main" id="{5930063E-8791-A8DA-EF88-D5AC2FAB66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a64c499490_0_1017:notes">
            <a:extLst>
              <a:ext uri="{FF2B5EF4-FFF2-40B4-BE49-F238E27FC236}">
                <a16:creationId xmlns:a16="http://schemas.microsoft.com/office/drawing/2014/main" id="{B3CDA7DB-467E-92BC-4BE4-7D62760028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7940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0"/>
        <p:cNvGrpSpPr/>
        <p:nvPr/>
      </p:nvGrpSpPr>
      <p:grpSpPr>
        <a:xfrm>
          <a:off x="0" y="0"/>
          <a:ext cx="0" cy="0"/>
          <a:chOff x="0" y="0"/>
          <a:chExt cx="0" cy="0"/>
        </a:xfrm>
      </p:grpSpPr>
      <p:sp>
        <p:nvSpPr>
          <p:cNvPr id="2411" name="Google Shape;2411;ga64c499490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2" name="Google Shape;2412;ga64c499490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a62f8d0c9d_0_2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a62f8d0c9d_0_2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6380325"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3675500"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0800000" flipH="1">
            <a:off x="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 name="Google Shape;12;p2"/>
          <p:cNvSpPr/>
          <p:nvPr/>
        </p:nvSpPr>
        <p:spPr>
          <a:xfrm rot="10800000" flipH="1">
            <a:off x="270482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3" name="Google Shape;13;p2"/>
          <p:cNvSpPr txBox="1">
            <a:spLocks noGrp="1"/>
          </p:cNvSpPr>
          <p:nvPr>
            <p:ph type="ctrTitle"/>
          </p:nvPr>
        </p:nvSpPr>
        <p:spPr>
          <a:xfrm>
            <a:off x="880425" y="1135600"/>
            <a:ext cx="4174800" cy="205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880425" y="3188200"/>
            <a:ext cx="35856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3734350"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7" name="Google Shape;17;p3"/>
          <p:cNvSpPr/>
          <p:nvPr/>
        </p:nvSpPr>
        <p:spPr>
          <a:xfrm>
            <a:off x="6439175"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8" name="Google Shape;18;p3"/>
          <p:cNvSpPr/>
          <p:nvPr/>
        </p:nvSpPr>
        <p:spPr>
          <a:xfrm rot="10800000" flipH="1">
            <a:off x="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9" name="Google Shape;19;p3"/>
          <p:cNvSpPr/>
          <p:nvPr/>
        </p:nvSpPr>
        <p:spPr>
          <a:xfrm rot="10800000" flipH="1">
            <a:off x="270482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20" name="Google Shape;20;p3"/>
          <p:cNvSpPr txBox="1">
            <a:spLocks noGrp="1"/>
          </p:cNvSpPr>
          <p:nvPr>
            <p:ph type="title"/>
          </p:nvPr>
        </p:nvSpPr>
        <p:spPr>
          <a:xfrm>
            <a:off x="880425" y="2105550"/>
            <a:ext cx="44256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880425" y="1386650"/>
            <a:ext cx="44256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800">
                <a:solidFill>
                  <a:schemeClr val="accent4"/>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r>
              <a:t>xx%</a:t>
            </a:r>
          </a:p>
        </p:txBody>
      </p:sp>
      <p:sp>
        <p:nvSpPr>
          <p:cNvPr id="22" name="Google Shape;22;p3"/>
          <p:cNvSpPr txBox="1">
            <a:spLocks noGrp="1"/>
          </p:cNvSpPr>
          <p:nvPr>
            <p:ph type="subTitle" idx="1"/>
          </p:nvPr>
        </p:nvSpPr>
        <p:spPr>
          <a:xfrm>
            <a:off x="880425" y="2995950"/>
            <a:ext cx="2462700" cy="587700"/>
          </a:xfrm>
          <a:prstGeom prst="rect">
            <a:avLst/>
          </a:prstGeom>
        </p:spPr>
        <p:txBody>
          <a:bodyPr spcFirstLastPara="1" wrap="square" lIns="91425" tIns="91425" rIns="91425" bIns="91425" anchor="b" anchorCtr="0">
            <a:noAutofit/>
          </a:bodyPr>
          <a:lstStyle>
            <a:lvl1pPr lvl="0">
              <a:spcBef>
                <a:spcPts val="0"/>
              </a:spcBef>
              <a:spcAft>
                <a:spcPts val="0"/>
              </a:spcAft>
              <a:buSzPts val="1400"/>
              <a:buNone/>
              <a:defRPr sz="1400">
                <a:latin typeface="Cabin"/>
                <a:ea typeface="Cabin"/>
                <a:cs typeface="Cabin"/>
                <a:sym typeface="Cabin"/>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rot="10800000" flipH="1">
            <a:off x="773457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rot="10800000" flipH="1">
            <a:off x="502975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txBox="1">
            <a:spLocks noGrp="1"/>
          </p:cNvSpPr>
          <p:nvPr>
            <p:ph type="title"/>
          </p:nvPr>
        </p:nvSpPr>
        <p:spPr>
          <a:xfrm>
            <a:off x="880425" y="438912"/>
            <a:ext cx="75321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880425" y="1183025"/>
            <a:ext cx="75321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accent4"/>
              </a:buClr>
              <a:buSzPts val="1200"/>
              <a:buFont typeface="Cabin"/>
              <a:buAutoNum type="arabicPeriod"/>
              <a:defRPr sz="1150"/>
            </a:lvl1pPr>
            <a:lvl2pPr marL="914400" lvl="1" indent="-304800">
              <a:spcBef>
                <a:spcPts val="1600"/>
              </a:spcBef>
              <a:spcAft>
                <a:spcPts val="0"/>
              </a:spcAft>
              <a:buClr>
                <a:srgbClr val="434343"/>
              </a:buClr>
              <a:buSzPts val="1200"/>
              <a:buFont typeface="Roboto Condensed Light"/>
              <a:buAutoNum type="alphaLcPeriod"/>
              <a:defRPr/>
            </a:lvl2pPr>
            <a:lvl3pPr marL="1371600" lvl="2" indent="-304800">
              <a:spcBef>
                <a:spcPts val="1600"/>
              </a:spcBef>
              <a:spcAft>
                <a:spcPts val="0"/>
              </a:spcAft>
              <a:buClr>
                <a:srgbClr val="434343"/>
              </a:buClr>
              <a:buSzPts val="1200"/>
              <a:buFont typeface="Roboto Condensed Light"/>
              <a:buAutoNum type="romanLcPeriod"/>
              <a:defRPr/>
            </a:lvl3pPr>
            <a:lvl4pPr marL="1828800" lvl="3" indent="-304800">
              <a:spcBef>
                <a:spcPts val="1600"/>
              </a:spcBef>
              <a:spcAft>
                <a:spcPts val="0"/>
              </a:spcAft>
              <a:buClr>
                <a:srgbClr val="434343"/>
              </a:buClr>
              <a:buSzPts val="1200"/>
              <a:buFont typeface="Roboto Condensed Light"/>
              <a:buAutoNum type="arabicPeriod"/>
              <a:defRPr/>
            </a:lvl4pPr>
            <a:lvl5pPr marL="2286000" lvl="4" indent="-304800">
              <a:spcBef>
                <a:spcPts val="1600"/>
              </a:spcBef>
              <a:spcAft>
                <a:spcPts val="0"/>
              </a:spcAft>
              <a:buClr>
                <a:srgbClr val="434343"/>
              </a:buClr>
              <a:buSzPts val="1200"/>
              <a:buFont typeface="Roboto Condensed Light"/>
              <a:buAutoNum type="alphaLcPeriod"/>
              <a:defRPr/>
            </a:lvl5pPr>
            <a:lvl6pPr marL="2743200" lvl="5" indent="-304800">
              <a:spcBef>
                <a:spcPts val="1600"/>
              </a:spcBef>
              <a:spcAft>
                <a:spcPts val="0"/>
              </a:spcAft>
              <a:buClr>
                <a:srgbClr val="434343"/>
              </a:buClr>
              <a:buSzPts val="1200"/>
              <a:buFont typeface="Roboto Condensed Light"/>
              <a:buAutoNum type="romanLcPeriod"/>
              <a:defRPr/>
            </a:lvl6pPr>
            <a:lvl7pPr marL="3200400" lvl="6" indent="-304800">
              <a:spcBef>
                <a:spcPts val="1600"/>
              </a:spcBef>
              <a:spcAft>
                <a:spcPts val="0"/>
              </a:spcAft>
              <a:buClr>
                <a:srgbClr val="434343"/>
              </a:buClr>
              <a:buSzPts val="1200"/>
              <a:buFont typeface="Roboto Condensed Light"/>
              <a:buAutoNum type="arabicPeriod"/>
              <a:defRPr/>
            </a:lvl7pPr>
            <a:lvl8pPr marL="3657600" lvl="7" indent="-304800">
              <a:spcBef>
                <a:spcPts val="1600"/>
              </a:spcBef>
              <a:spcAft>
                <a:spcPts val="0"/>
              </a:spcAft>
              <a:buClr>
                <a:srgbClr val="434343"/>
              </a:buClr>
              <a:buSzPts val="1200"/>
              <a:buFont typeface="Roboto Condensed Light"/>
              <a:buAutoNum type="alphaLcPeriod"/>
              <a:defRPr/>
            </a:lvl8pPr>
            <a:lvl9pPr marL="4114800" lvl="8" indent="-304800">
              <a:spcBef>
                <a:spcPts val="1600"/>
              </a:spcBef>
              <a:spcAft>
                <a:spcPts val="160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p:nvPr/>
        </p:nvSpPr>
        <p:spPr>
          <a:xfrm flipH="1">
            <a:off x="5007125"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30" name="Google Shape;30;p5"/>
          <p:cNvSpPr/>
          <p:nvPr/>
        </p:nvSpPr>
        <p:spPr>
          <a:xfrm rot="10800000" flipH="1">
            <a:off x="186717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31" name="Google Shape;31;p5"/>
          <p:cNvSpPr/>
          <p:nvPr/>
        </p:nvSpPr>
        <p:spPr>
          <a:xfrm rot="10800000" flipH="1">
            <a:off x="-83765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32" name="Google Shape;32;p5"/>
          <p:cNvSpPr txBox="1">
            <a:spLocks noGrp="1"/>
          </p:cNvSpPr>
          <p:nvPr>
            <p:ph type="title"/>
          </p:nvPr>
        </p:nvSpPr>
        <p:spPr>
          <a:xfrm>
            <a:off x="713225" y="436200"/>
            <a:ext cx="75504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a:solidFill>
                  <a:schemeClr val="accent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 name="Google Shape;33;p5"/>
          <p:cNvSpPr txBox="1">
            <a:spLocks noGrp="1"/>
          </p:cNvSpPr>
          <p:nvPr>
            <p:ph type="body" idx="1"/>
          </p:nvPr>
        </p:nvSpPr>
        <p:spPr>
          <a:xfrm>
            <a:off x="3455925" y="2311300"/>
            <a:ext cx="2277600" cy="10719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sz="1400">
                <a:solidFill>
                  <a:schemeClr val="accent2"/>
                </a:solidFill>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body" idx="2"/>
          </p:nvPr>
        </p:nvSpPr>
        <p:spPr>
          <a:xfrm>
            <a:off x="5974475" y="2311300"/>
            <a:ext cx="2277600" cy="10719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sz="1400">
                <a:solidFill>
                  <a:schemeClr val="accent2"/>
                </a:solidFill>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5"/>
          <p:cNvSpPr txBox="1">
            <a:spLocks noGrp="1"/>
          </p:cNvSpPr>
          <p:nvPr>
            <p:ph type="subTitle" idx="3"/>
          </p:nvPr>
        </p:nvSpPr>
        <p:spPr>
          <a:xfrm>
            <a:off x="3455925" y="1919200"/>
            <a:ext cx="2277600" cy="5205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800"/>
              <a:buFont typeface="Ramabhadra"/>
              <a:buNone/>
              <a:defRPr b="1">
                <a:solidFill>
                  <a:schemeClr val="accent2"/>
                </a:solidFill>
                <a:latin typeface="Ramabhadra"/>
                <a:ea typeface="Ramabhadra"/>
                <a:cs typeface="Ramabhadra"/>
                <a:sym typeface="Ramabhadra"/>
              </a:defRPr>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a:endParaRPr/>
          </a:p>
        </p:txBody>
      </p:sp>
      <p:sp>
        <p:nvSpPr>
          <p:cNvPr id="36" name="Google Shape;36;p5"/>
          <p:cNvSpPr txBox="1">
            <a:spLocks noGrp="1"/>
          </p:cNvSpPr>
          <p:nvPr>
            <p:ph type="subTitle" idx="4"/>
          </p:nvPr>
        </p:nvSpPr>
        <p:spPr>
          <a:xfrm>
            <a:off x="5974475" y="1919200"/>
            <a:ext cx="2277600" cy="520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Ramabhadra"/>
              <a:buNone/>
              <a:defRPr b="1">
                <a:solidFill>
                  <a:schemeClr val="accent2"/>
                </a:solidFill>
                <a:latin typeface="Ramabhadra"/>
                <a:ea typeface="Ramabhadra"/>
                <a:cs typeface="Ramabhadra"/>
                <a:sym typeface="Ramabhadra"/>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7"/>
          <p:cNvSpPr/>
          <p:nvPr/>
        </p:nvSpPr>
        <p:spPr>
          <a:xfrm rot="10800000" flipH="1">
            <a:off x="514763"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p:nvPr/>
        </p:nvSpPr>
        <p:spPr>
          <a:xfrm rot="10800000" flipH="1">
            <a:off x="3219588"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7"/>
          <p:cNvSpPr/>
          <p:nvPr/>
        </p:nvSpPr>
        <p:spPr>
          <a:xfrm rot="10800000" flipH="1">
            <a:off x="5924413"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txBox="1">
            <a:spLocks noGrp="1"/>
          </p:cNvSpPr>
          <p:nvPr>
            <p:ph type="title"/>
          </p:nvPr>
        </p:nvSpPr>
        <p:spPr>
          <a:xfrm>
            <a:off x="880425" y="1575825"/>
            <a:ext cx="35616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solidFill>
                  <a:schemeClr val="accent2"/>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4" name="Google Shape;44;p7"/>
          <p:cNvSpPr txBox="1">
            <a:spLocks noGrp="1"/>
          </p:cNvSpPr>
          <p:nvPr>
            <p:ph type="body" idx="1"/>
          </p:nvPr>
        </p:nvSpPr>
        <p:spPr>
          <a:xfrm>
            <a:off x="880425" y="2346000"/>
            <a:ext cx="3561600" cy="1959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solidFill>
                  <a:schemeClr val="accent2"/>
                </a:solidFill>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880425" y="1378950"/>
            <a:ext cx="2866800" cy="23856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5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sp>
        <p:nvSpPr>
          <p:cNvPr id="62" name="Google Shape;62;p11"/>
          <p:cNvSpPr/>
          <p:nvPr/>
        </p:nvSpPr>
        <p:spPr>
          <a:xfrm rot="10800000" flipH="1">
            <a:off x="51475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1"/>
          <p:cNvSpPr/>
          <p:nvPr/>
        </p:nvSpPr>
        <p:spPr>
          <a:xfrm rot="10800000" flipH="1">
            <a:off x="592440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p:nvPr/>
        </p:nvSpPr>
        <p:spPr>
          <a:xfrm rot="10800000" flipH="1">
            <a:off x="321957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p:nvPr/>
        </p:nvSpPr>
        <p:spPr>
          <a:xfrm>
            <a:off x="51473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1"/>
          <p:cNvSpPr/>
          <p:nvPr/>
        </p:nvSpPr>
        <p:spPr>
          <a:xfrm>
            <a:off x="592438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a:off x="3219563"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txBox="1">
            <a:spLocks noGrp="1"/>
          </p:cNvSpPr>
          <p:nvPr>
            <p:ph type="title" hasCustomPrompt="1"/>
          </p:nvPr>
        </p:nvSpPr>
        <p:spPr>
          <a:xfrm>
            <a:off x="1302313" y="1299238"/>
            <a:ext cx="65394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0000">
                <a:solidFill>
                  <a:schemeClr val="accent4"/>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9" name="Google Shape;69;p11"/>
          <p:cNvSpPr txBox="1">
            <a:spLocks noGrp="1"/>
          </p:cNvSpPr>
          <p:nvPr>
            <p:ph type="body" idx="1"/>
          </p:nvPr>
        </p:nvSpPr>
        <p:spPr>
          <a:xfrm>
            <a:off x="1302288" y="3249363"/>
            <a:ext cx="6539400" cy="594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sz="1400"/>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
    <p:bg>
      <p:bgPr>
        <a:solidFill>
          <a:schemeClr val="accent1"/>
        </a:solidFill>
        <a:effectLst/>
      </p:bgPr>
    </p:bg>
    <p:spTree>
      <p:nvGrpSpPr>
        <p:cNvPr id="1" name="Shape 7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72"/>
        <p:cNvGrpSpPr/>
        <p:nvPr/>
      </p:nvGrpSpPr>
      <p:grpSpPr>
        <a:xfrm>
          <a:off x="0" y="0"/>
          <a:ext cx="0" cy="0"/>
          <a:chOff x="0" y="0"/>
          <a:chExt cx="0" cy="0"/>
        </a:xfrm>
      </p:grpSpPr>
      <p:sp>
        <p:nvSpPr>
          <p:cNvPr id="73" name="Google Shape;73;p14"/>
          <p:cNvSpPr/>
          <p:nvPr/>
        </p:nvSpPr>
        <p:spPr>
          <a:xfrm>
            <a:off x="2704825"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4" name="Google Shape;74;p14"/>
          <p:cNvSpPr/>
          <p:nvPr/>
        </p:nvSpPr>
        <p:spPr>
          <a:xfrm>
            <a:off x="0"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 name="Google Shape;75;p14"/>
          <p:cNvSpPr/>
          <p:nvPr/>
        </p:nvSpPr>
        <p:spPr>
          <a:xfrm rot="10800000" flipH="1">
            <a:off x="3734350" y="156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p:nvPr/>
        </p:nvSpPr>
        <p:spPr>
          <a:xfrm rot="10800000" flipH="1">
            <a:off x="643917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20">
    <p:spTree>
      <p:nvGrpSpPr>
        <p:cNvPr id="1" name="Shape 77"/>
        <p:cNvGrpSpPr/>
        <p:nvPr/>
      </p:nvGrpSpPr>
      <p:grpSpPr>
        <a:xfrm>
          <a:off x="0" y="0"/>
          <a:ext cx="0" cy="0"/>
          <a:chOff x="0" y="0"/>
          <a:chExt cx="0" cy="0"/>
        </a:xfrm>
      </p:grpSpPr>
      <p:sp>
        <p:nvSpPr>
          <p:cNvPr id="78" name="Google Shape;78;p15"/>
          <p:cNvSpPr/>
          <p:nvPr/>
        </p:nvSpPr>
        <p:spPr>
          <a:xfrm rot="10800000" flipH="1">
            <a:off x="321957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3219575"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3">
  <p:cSld name="CUSTOM_21">
    <p:spTree>
      <p:nvGrpSpPr>
        <p:cNvPr id="1" name="Shape 80"/>
        <p:cNvGrpSpPr/>
        <p:nvPr/>
      </p:nvGrpSpPr>
      <p:grpSpPr>
        <a:xfrm>
          <a:off x="0" y="0"/>
          <a:ext cx="0" cy="0"/>
          <a:chOff x="0" y="0"/>
          <a:chExt cx="0" cy="0"/>
        </a:xfrm>
      </p:grpSpPr>
      <p:sp>
        <p:nvSpPr>
          <p:cNvPr id="81" name="Google Shape;81;p16"/>
          <p:cNvSpPr/>
          <p:nvPr/>
        </p:nvSpPr>
        <p:spPr>
          <a:xfrm>
            <a:off x="51473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p:cNvSpPr/>
          <p:nvPr/>
        </p:nvSpPr>
        <p:spPr>
          <a:xfrm>
            <a:off x="592438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p:nvPr/>
        </p:nvSpPr>
        <p:spPr>
          <a:xfrm>
            <a:off x="3219563"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713225" y="438912"/>
            <a:ext cx="7717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solidFill>
                  <a:schemeClr val="accent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8" name="Google Shape;108;p18"/>
          <p:cNvSpPr txBox="1">
            <a:spLocks noGrp="1"/>
          </p:cNvSpPr>
          <p:nvPr>
            <p:ph type="subTitle" idx="1"/>
          </p:nvPr>
        </p:nvSpPr>
        <p:spPr>
          <a:xfrm>
            <a:off x="725975" y="2404175"/>
            <a:ext cx="2261100" cy="39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algn="ctr" rtl="0">
              <a:spcBef>
                <a:spcPts val="1600"/>
              </a:spcBef>
              <a:spcAft>
                <a:spcPts val="0"/>
              </a:spcAft>
              <a:buSzPts val="1400"/>
              <a:buFont typeface="Ramabhadra"/>
              <a:buNone/>
              <a:defRPr>
                <a:latin typeface="Ramabhadra"/>
                <a:ea typeface="Ramabhadra"/>
                <a:cs typeface="Ramabhadra"/>
                <a:sym typeface="Ramabhadra"/>
              </a:defRPr>
            </a:lvl2pPr>
            <a:lvl3pPr lvl="2" algn="ctr" rtl="0">
              <a:spcBef>
                <a:spcPts val="1600"/>
              </a:spcBef>
              <a:spcAft>
                <a:spcPts val="0"/>
              </a:spcAft>
              <a:buSzPts val="1400"/>
              <a:buFont typeface="Ramabhadra"/>
              <a:buNone/>
              <a:defRPr>
                <a:latin typeface="Ramabhadra"/>
                <a:ea typeface="Ramabhadra"/>
                <a:cs typeface="Ramabhadra"/>
                <a:sym typeface="Ramabhadra"/>
              </a:defRPr>
            </a:lvl3pPr>
            <a:lvl4pPr lvl="3" algn="ctr" rtl="0">
              <a:spcBef>
                <a:spcPts val="1600"/>
              </a:spcBef>
              <a:spcAft>
                <a:spcPts val="0"/>
              </a:spcAft>
              <a:buSzPts val="1400"/>
              <a:buFont typeface="Ramabhadra"/>
              <a:buNone/>
              <a:defRPr>
                <a:latin typeface="Ramabhadra"/>
                <a:ea typeface="Ramabhadra"/>
                <a:cs typeface="Ramabhadra"/>
                <a:sym typeface="Ramabhadra"/>
              </a:defRPr>
            </a:lvl4pPr>
            <a:lvl5pPr lvl="4" algn="ctr" rtl="0">
              <a:spcBef>
                <a:spcPts val="1600"/>
              </a:spcBef>
              <a:spcAft>
                <a:spcPts val="0"/>
              </a:spcAft>
              <a:buSzPts val="1400"/>
              <a:buFont typeface="Ramabhadra"/>
              <a:buNone/>
              <a:defRPr>
                <a:latin typeface="Ramabhadra"/>
                <a:ea typeface="Ramabhadra"/>
                <a:cs typeface="Ramabhadra"/>
                <a:sym typeface="Ramabhadra"/>
              </a:defRPr>
            </a:lvl5pPr>
            <a:lvl6pPr lvl="5" algn="ctr" rtl="0">
              <a:spcBef>
                <a:spcPts val="1600"/>
              </a:spcBef>
              <a:spcAft>
                <a:spcPts val="0"/>
              </a:spcAft>
              <a:buSzPts val="1400"/>
              <a:buFont typeface="Ramabhadra"/>
              <a:buNone/>
              <a:defRPr>
                <a:latin typeface="Ramabhadra"/>
                <a:ea typeface="Ramabhadra"/>
                <a:cs typeface="Ramabhadra"/>
                <a:sym typeface="Ramabhadra"/>
              </a:defRPr>
            </a:lvl6pPr>
            <a:lvl7pPr lvl="6" algn="ctr" rtl="0">
              <a:spcBef>
                <a:spcPts val="1600"/>
              </a:spcBef>
              <a:spcAft>
                <a:spcPts val="0"/>
              </a:spcAft>
              <a:buSzPts val="1400"/>
              <a:buFont typeface="Ramabhadra"/>
              <a:buNone/>
              <a:defRPr>
                <a:latin typeface="Ramabhadra"/>
                <a:ea typeface="Ramabhadra"/>
                <a:cs typeface="Ramabhadra"/>
                <a:sym typeface="Ramabhadra"/>
              </a:defRPr>
            </a:lvl7pPr>
            <a:lvl8pPr lvl="7" algn="ctr" rtl="0">
              <a:spcBef>
                <a:spcPts val="1600"/>
              </a:spcBef>
              <a:spcAft>
                <a:spcPts val="0"/>
              </a:spcAft>
              <a:buSzPts val="1400"/>
              <a:buFont typeface="Ramabhadra"/>
              <a:buNone/>
              <a:defRPr>
                <a:latin typeface="Ramabhadra"/>
                <a:ea typeface="Ramabhadra"/>
                <a:cs typeface="Ramabhadra"/>
                <a:sym typeface="Ramabhadra"/>
              </a:defRPr>
            </a:lvl8pPr>
            <a:lvl9pPr lvl="8" algn="ctr"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09" name="Google Shape;109;p18"/>
          <p:cNvSpPr txBox="1">
            <a:spLocks noGrp="1"/>
          </p:cNvSpPr>
          <p:nvPr>
            <p:ph type="subTitle" idx="2"/>
          </p:nvPr>
        </p:nvSpPr>
        <p:spPr>
          <a:xfrm>
            <a:off x="3441450" y="2404175"/>
            <a:ext cx="2261100" cy="39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algn="ctr" rtl="0">
              <a:spcBef>
                <a:spcPts val="1600"/>
              </a:spcBef>
              <a:spcAft>
                <a:spcPts val="0"/>
              </a:spcAft>
              <a:buSzPts val="1400"/>
              <a:buFont typeface="Ramabhadra"/>
              <a:buNone/>
              <a:defRPr>
                <a:latin typeface="Ramabhadra"/>
                <a:ea typeface="Ramabhadra"/>
                <a:cs typeface="Ramabhadra"/>
                <a:sym typeface="Ramabhadra"/>
              </a:defRPr>
            </a:lvl2pPr>
            <a:lvl3pPr lvl="2" algn="ctr" rtl="0">
              <a:spcBef>
                <a:spcPts val="1600"/>
              </a:spcBef>
              <a:spcAft>
                <a:spcPts val="0"/>
              </a:spcAft>
              <a:buSzPts val="1400"/>
              <a:buFont typeface="Ramabhadra"/>
              <a:buNone/>
              <a:defRPr>
                <a:latin typeface="Ramabhadra"/>
                <a:ea typeface="Ramabhadra"/>
                <a:cs typeface="Ramabhadra"/>
                <a:sym typeface="Ramabhadra"/>
              </a:defRPr>
            </a:lvl3pPr>
            <a:lvl4pPr lvl="3" algn="ctr" rtl="0">
              <a:spcBef>
                <a:spcPts val="1600"/>
              </a:spcBef>
              <a:spcAft>
                <a:spcPts val="0"/>
              </a:spcAft>
              <a:buSzPts val="1400"/>
              <a:buFont typeface="Ramabhadra"/>
              <a:buNone/>
              <a:defRPr>
                <a:latin typeface="Ramabhadra"/>
                <a:ea typeface="Ramabhadra"/>
                <a:cs typeface="Ramabhadra"/>
                <a:sym typeface="Ramabhadra"/>
              </a:defRPr>
            </a:lvl4pPr>
            <a:lvl5pPr lvl="4" algn="ctr" rtl="0">
              <a:spcBef>
                <a:spcPts val="1600"/>
              </a:spcBef>
              <a:spcAft>
                <a:spcPts val="0"/>
              </a:spcAft>
              <a:buSzPts val="1400"/>
              <a:buFont typeface="Ramabhadra"/>
              <a:buNone/>
              <a:defRPr>
                <a:latin typeface="Ramabhadra"/>
                <a:ea typeface="Ramabhadra"/>
                <a:cs typeface="Ramabhadra"/>
                <a:sym typeface="Ramabhadra"/>
              </a:defRPr>
            </a:lvl5pPr>
            <a:lvl6pPr lvl="5" algn="ctr" rtl="0">
              <a:spcBef>
                <a:spcPts val="1600"/>
              </a:spcBef>
              <a:spcAft>
                <a:spcPts val="0"/>
              </a:spcAft>
              <a:buSzPts val="1400"/>
              <a:buFont typeface="Ramabhadra"/>
              <a:buNone/>
              <a:defRPr>
                <a:latin typeface="Ramabhadra"/>
                <a:ea typeface="Ramabhadra"/>
                <a:cs typeface="Ramabhadra"/>
                <a:sym typeface="Ramabhadra"/>
              </a:defRPr>
            </a:lvl6pPr>
            <a:lvl7pPr lvl="6" algn="ctr" rtl="0">
              <a:spcBef>
                <a:spcPts val="1600"/>
              </a:spcBef>
              <a:spcAft>
                <a:spcPts val="0"/>
              </a:spcAft>
              <a:buSzPts val="1400"/>
              <a:buFont typeface="Ramabhadra"/>
              <a:buNone/>
              <a:defRPr>
                <a:latin typeface="Ramabhadra"/>
                <a:ea typeface="Ramabhadra"/>
                <a:cs typeface="Ramabhadra"/>
                <a:sym typeface="Ramabhadra"/>
              </a:defRPr>
            </a:lvl7pPr>
            <a:lvl8pPr lvl="7" algn="ctr" rtl="0">
              <a:spcBef>
                <a:spcPts val="1600"/>
              </a:spcBef>
              <a:spcAft>
                <a:spcPts val="0"/>
              </a:spcAft>
              <a:buSzPts val="1400"/>
              <a:buFont typeface="Ramabhadra"/>
              <a:buNone/>
              <a:defRPr>
                <a:latin typeface="Ramabhadra"/>
                <a:ea typeface="Ramabhadra"/>
                <a:cs typeface="Ramabhadra"/>
                <a:sym typeface="Ramabhadra"/>
              </a:defRPr>
            </a:lvl8pPr>
            <a:lvl9pPr lvl="8" algn="ctr"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10" name="Google Shape;110;p18"/>
          <p:cNvSpPr txBox="1">
            <a:spLocks noGrp="1"/>
          </p:cNvSpPr>
          <p:nvPr>
            <p:ph type="subTitle" idx="3"/>
          </p:nvPr>
        </p:nvSpPr>
        <p:spPr>
          <a:xfrm>
            <a:off x="725975" y="2796325"/>
            <a:ext cx="2261100" cy="8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11" name="Google Shape;111;p18"/>
          <p:cNvSpPr txBox="1">
            <a:spLocks noGrp="1"/>
          </p:cNvSpPr>
          <p:nvPr>
            <p:ph type="subTitle" idx="4"/>
          </p:nvPr>
        </p:nvSpPr>
        <p:spPr>
          <a:xfrm>
            <a:off x="3441450" y="2796325"/>
            <a:ext cx="2261100" cy="8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12" name="Google Shape;112;p18"/>
          <p:cNvSpPr txBox="1">
            <a:spLocks noGrp="1"/>
          </p:cNvSpPr>
          <p:nvPr>
            <p:ph type="subTitle" idx="5"/>
          </p:nvPr>
        </p:nvSpPr>
        <p:spPr>
          <a:xfrm>
            <a:off x="6156925" y="2404175"/>
            <a:ext cx="2261100" cy="39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algn="ctr" rtl="0">
              <a:spcBef>
                <a:spcPts val="1600"/>
              </a:spcBef>
              <a:spcAft>
                <a:spcPts val="0"/>
              </a:spcAft>
              <a:buSzPts val="1400"/>
              <a:buFont typeface="Ramabhadra"/>
              <a:buNone/>
              <a:defRPr>
                <a:latin typeface="Ramabhadra"/>
                <a:ea typeface="Ramabhadra"/>
                <a:cs typeface="Ramabhadra"/>
                <a:sym typeface="Ramabhadra"/>
              </a:defRPr>
            </a:lvl2pPr>
            <a:lvl3pPr lvl="2" algn="ctr" rtl="0">
              <a:spcBef>
                <a:spcPts val="1600"/>
              </a:spcBef>
              <a:spcAft>
                <a:spcPts val="0"/>
              </a:spcAft>
              <a:buSzPts val="1400"/>
              <a:buFont typeface="Ramabhadra"/>
              <a:buNone/>
              <a:defRPr>
                <a:latin typeface="Ramabhadra"/>
                <a:ea typeface="Ramabhadra"/>
                <a:cs typeface="Ramabhadra"/>
                <a:sym typeface="Ramabhadra"/>
              </a:defRPr>
            </a:lvl3pPr>
            <a:lvl4pPr lvl="3" algn="ctr" rtl="0">
              <a:spcBef>
                <a:spcPts val="1600"/>
              </a:spcBef>
              <a:spcAft>
                <a:spcPts val="0"/>
              </a:spcAft>
              <a:buSzPts val="1400"/>
              <a:buFont typeface="Ramabhadra"/>
              <a:buNone/>
              <a:defRPr>
                <a:latin typeface="Ramabhadra"/>
                <a:ea typeface="Ramabhadra"/>
                <a:cs typeface="Ramabhadra"/>
                <a:sym typeface="Ramabhadra"/>
              </a:defRPr>
            </a:lvl4pPr>
            <a:lvl5pPr lvl="4" algn="ctr" rtl="0">
              <a:spcBef>
                <a:spcPts val="1600"/>
              </a:spcBef>
              <a:spcAft>
                <a:spcPts val="0"/>
              </a:spcAft>
              <a:buSzPts val="1400"/>
              <a:buFont typeface="Ramabhadra"/>
              <a:buNone/>
              <a:defRPr>
                <a:latin typeface="Ramabhadra"/>
                <a:ea typeface="Ramabhadra"/>
                <a:cs typeface="Ramabhadra"/>
                <a:sym typeface="Ramabhadra"/>
              </a:defRPr>
            </a:lvl5pPr>
            <a:lvl6pPr lvl="5" algn="ctr" rtl="0">
              <a:spcBef>
                <a:spcPts val="1600"/>
              </a:spcBef>
              <a:spcAft>
                <a:spcPts val="0"/>
              </a:spcAft>
              <a:buSzPts val="1400"/>
              <a:buFont typeface="Ramabhadra"/>
              <a:buNone/>
              <a:defRPr>
                <a:latin typeface="Ramabhadra"/>
                <a:ea typeface="Ramabhadra"/>
                <a:cs typeface="Ramabhadra"/>
                <a:sym typeface="Ramabhadra"/>
              </a:defRPr>
            </a:lvl6pPr>
            <a:lvl7pPr lvl="6" algn="ctr" rtl="0">
              <a:spcBef>
                <a:spcPts val="1600"/>
              </a:spcBef>
              <a:spcAft>
                <a:spcPts val="0"/>
              </a:spcAft>
              <a:buSzPts val="1400"/>
              <a:buFont typeface="Ramabhadra"/>
              <a:buNone/>
              <a:defRPr>
                <a:latin typeface="Ramabhadra"/>
                <a:ea typeface="Ramabhadra"/>
                <a:cs typeface="Ramabhadra"/>
                <a:sym typeface="Ramabhadra"/>
              </a:defRPr>
            </a:lvl7pPr>
            <a:lvl8pPr lvl="7" algn="ctr" rtl="0">
              <a:spcBef>
                <a:spcPts val="1600"/>
              </a:spcBef>
              <a:spcAft>
                <a:spcPts val="0"/>
              </a:spcAft>
              <a:buSzPts val="1400"/>
              <a:buFont typeface="Ramabhadra"/>
              <a:buNone/>
              <a:defRPr>
                <a:latin typeface="Ramabhadra"/>
                <a:ea typeface="Ramabhadra"/>
                <a:cs typeface="Ramabhadra"/>
                <a:sym typeface="Ramabhadra"/>
              </a:defRPr>
            </a:lvl8pPr>
            <a:lvl9pPr lvl="8" algn="ctr"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13" name="Google Shape;113;p18"/>
          <p:cNvSpPr txBox="1">
            <a:spLocks noGrp="1"/>
          </p:cNvSpPr>
          <p:nvPr>
            <p:ph type="subTitle" idx="6"/>
          </p:nvPr>
        </p:nvSpPr>
        <p:spPr>
          <a:xfrm>
            <a:off x="6156925" y="2796325"/>
            <a:ext cx="2261100" cy="8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14" name="Google Shape;114;p18"/>
          <p:cNvSpPr/>
          <p:nvPr/>
        </p:nvSpPr>
        <p:spPr>
          <a:xfrm>
            <a:off x="3219713"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5" name="Google Shape;115;p18"/>
          <p:cNvSpPr/>
          <p:nvPr/>
        </p:nvSpPr>
        <p:spPr>
          <a:xfrm>
            <a:off x="592453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6" name="Google Shape;116;p18"/>
          <p:cNvSpPr/>
          <p:nvPr/>
        </p:nvSpPr>
        <p:spPr>
          <a:xfrm>
            <a:off x="514888"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1">
  <p:cSld name="CUSTOM_3">
    <p:spTree>
      <p:nvGrpSpPr>
        <p:cNvPr id="1" name="Shape 127"/>
        <p:cNvGrpSpPr/>
        <p:nvPr/>
      </p:nvGrpSpPr>
      <p:grpSpPr>
        <a:xfrm>
          <a:off x="0" y="0"/>
          <a:ext cx="0" cy="0"/>
          <a:chOff x="0" y="0"/>
          <a:chExt cx="0" cy="0"/>
        </a:xfrm>
      </p:grpSpPr>
      <p:sp>
        <p:nvSpPr>
          <p:cNvPr id="128" name="Google Shape;128;p20"/>
          <p:cNvSpPr/>
          <p:nvPr/>
        </p:nvSpPr>
        <p:spPr>
          <a:xfrm rot="10800000" flipH="1">
            <a:off x="148960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9" name="Google Shape;129;p20"/>
          <p:cNvSpPr/>
          <p:nvPr/>
        </p:nvSpPr>
        <p:spPr>
          <a:xfrm>
            <a:off x="4156150" y="396030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30" name="Google Shape;130;p20"/>
          <p:cNvSpPr txBox="1">
            <a:spLocks noGrp="1"/>
          </p:cNvSpPr>
          <p:nvPr>
            <p:ph type="title"/>
          </p:nvPr>
        </p:nvSpPr>
        <p:spPr>
          <a:xfrm>
            <a:off x="880425" y="1074638"/>
            <a:ext cx="4257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1" name="Google Shape;131;p20"/>
          <p:cNvSpPr txBox="1">
            <a:spLocks noGrp="1"/>
          </p:cNvSpPr>
          <p:nvPr>
            <p:ph type="subTitle" idx="1"/>
          </p:nvPr>
        </p:nvSpPr>
        <p:spPr>
          <a:xfrm>
            <a:off x="880425" y="1700063"/>
            <a:ext cx="4257600" cy="23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Public Sans"/>
              <a:buChar char="●"/>
              <a:defRPr sz="1400"/>
            </a:lvl1pPr>
            <a:lvl2pPr lvl="1" algn="ctr" rtl="0">
              <a:spcBef>
                <a:spcPts val="0"/>
              </a:spcBef>
              <a:spcAft>
                <a:spcPts val="0"/>
              </a:spcAft>
              <a:buSzPts val="1800"/>
              <a:buFont typeface="Public Sans"/>
              <a:buChar char="○"/>
              <a:defRPr/>
            </a:lvl2pPr>
            <a:lvl3pPr lvl="2" algn="ctr" rtl="0">
              <a:spcBef>
                <a:spcPts val="1600"/>
              </a:spcBef>
              <a:spcAft>
                <a:spcPts val="0"/>
              </a:spcAft>
              <a:buSzPts val="1800"/>
              <a:buFont typeface="Public Sans"/>
              <a:buChar char="■"/>
              <a:defRPr/>
            </a:lvl3pPr>
            <a:lvl4pPr lvl="3" algn="ctr" rtl="0">
              <a:spcBef>
                <a:spcPts val="1600"/>
              </a:spcBef>
              <a:spcAft>
                <a:spcPts val="0"/>
              </a:spcAft>
              <a:buSzPts val="1800"/>
              <a:buFont typeface="Public Sans"/>
              <a:buChar char="●"/>
              <a:defRPr/>
            </a:lvl4pPr>
            <a:lvl5pPr lvl="4" algn="ctr" rtl="0">
              <a:spcBef>
                <a:spcPts val="1600"/>
              </a:spcBef>
              <a:spcAft>
                <a:spcPts val="0"/>
              </a:spcAft>
              <a:buSzPts val="1800"/>
              <a:buFont typeface="Public Sans"/>
              <a:buChar char="○"/>
              <a:defRPr/>
            </a:lvl5pPr>
            <a:lvl6pPr lvl="5" algn="ctr" rtl="0">
              <a:spcBef>
                <a:spcPts val="1600"/>
              </a:spcBef>
              <a:spcAft>
                <a:spcPts val="0"/>
              </a:spcAft>
              <a:buSzPts val="1800"/>
              <a:buFont typeface="Public Sans"/>
              <a:buChar char="■"/>
              <a:defRPr/>
            </a:lvl6pPr>
            <a:lvl7pPr lvl="6" algn="ctr" rtl="0">
              <a:spcBef>
                <a:spcPts val="1600"/>
              </a:spcBef>
              <a:spcAft>
                <a:spcPts val="0"/>
              </a:spcAft>
              <a:buSzPts val="1800"/>
              <a:buFont typeface="Public Sans"/>
              <a:buChar char="●"/>
              <a:defRPr/>
            </a:lvl7pPr>
            <a:lvl8pPr lvl="7" algn="ctr" rtl="0">
              <a:spcBef>
                <a:spcPts val="1600"/>
              </a:spcBef>
              <a:spcAft>
                <a:spcPts val="0"/>
              </a:spcAft>
              <a:buSzPts val="1800"/>
              <a:buFont typeface="Public Sans"/>
              <a:buChar char="○"/>
              <a:defRPr/>
            </a:lvl8pPr>
            <a:lvl9pPr lvl="8" algn="ctr" rtl="0">
              <a:spcBef>
                <a:spcPts val="1600"/>
              </a:spcBef>
              <a:spcAft>
                <a:spcPts val="1600"/>
              </a:spcAft>
              <a:buSzPts val="1800"/>
              <a:buFont typeface="Public Sans"/>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136"/>
        <p:cNvGrpSpPr/>
        <p:nvPr/>
      </p:nvGrpSpPr>
      <p:grpSpPr>
        <a:xfrm>
          <a:off x="0" y="0"/>
          <a:ext cx="0" cy="0"/>
          <a:chOff x="0" y="0"/>
          <a:chExt cx="0" cy="0"/>
        </a:xfrm>
      </p:grpSpPr>
      <p:sp>
        <p:nvSpPr>
          <p:cNvPr id="137" name="Google Shape;137;p22"/>
          <p:cNvSpPr/>
          <p:nvPr/>
        </p:nvSpPr>
        <p:spPr>
          <a:xfrm rot="10800000" flipH="1">
            <a:off x="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38" name="Google Shape;138;p22"/>
          <p:cNvSpPr/>
          <p:nvPr/>
        </p:nvSpPr>
        <p:spPr>
          <a:xfrm rot="10800000" flipH="1">
            <a:off x="270482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39" name="Google Shape;139;p22"/>
          <p:cNvSpPr txBox="1">
            <a:spLocks noGrp="1"/>
          </p:cNvSpPr>
          <p:nvPr>
            <p:ph type="title"/>
          </p:nvPr>
        </p:nvSpPr>
        <p:spPr>
          <a:xfrm>
            <a:off x="713225" y="438912"/>
            <a:ext cx="75504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0" name="Google Shape;140;p22"/>
          <p:cNvSpPr txBox="1">
            <a:spLocks noGrp="1"/>
          </p:cNvSpPr>
          <p:nvPr>
            <p:ph type="subTitle" idx="1"/>
          </p:nvPr>
        </p:nvSpPr>
        <p:spPr>
          <a:xfrm>
            <a:off x="766725" y="1465225"/>
            <a:ext cx="2255400" cy="396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rtl="0">
              <a:spcBef>
                <a:spcPts val="1600"/>
              </a:spcBef>
              <a:spcAft>
                <a:spcPts val="0"/>
              </a:spcAft>
              <a:buSzPts val="1400"/>
              <a:buFont typeface="Ramabhadra"/>
              <a:buNone/>
              <a:defRPr>
                <a:latin typeface="Ramabhadra"/>
                <a:ea typeface="Ramabhadra"/>
                <a:cs typeface="Ramabhadra"/>
                <a:sym typeface="Ramabhadra"/>
              </a:defRPr>
            </a:lvl2pPr>
            <a:lvl3pPr lvl="2" rtl="0">
              <a:spcBef>
                <a:spcPts val="1600"/>
              </a:spcBef>
              <a:spcAft>
                <a:spcPts val="0"/>
              </a:spcAft>
              <a:buSzPts val="1400"/>
              <a:buFont typeface="Ramabhadra"/>
              <a:buNone/>
              <a:defRPr>
                <a:latin typeface="Ramabhadra"/>
                <a:ea typeface="Ramabhadra"/>
                <a:cs typeface="Ramabhadra"/>
                <a:sym typeface="Ramabhadra"/>
              </a:defRPr>
            </a:lvl3pPr>
            <a:lvl4pPr lvl="3" rtl="0">
              <a:spcBef>
                <a:spcPts val="1600"/>
              </a:spcBef>
              <a:spcAft>
                <a:spcPts val="0"/>
              </a:spcAft>
              <a:buSzPts val="1400"/>
              <a:buFont typeface="Ramabhadra"/>
              <a:buNone/>
              <a:defRPr>
                <a:latin typeface="Ramabhadra"/>
                <a:ea typeface="Ramabhadra"/>
                <a:cs typeface="Ramabhadra"/>
                <a:sym typeface="Ramabhadra"/>
              </a:defRPr>
            </a:lvl4pPr>
            <a:lvl5pPr lvl="4" rtl="0">
              <a:spcBef>
                <a:spcPts val="1600"/>
              </a:spcBef>
              <a:spcAft>
                <a:spcPts val="0"/>
              </a:spcAft>
              <a:buSzPts val="1400"/>
              <a:buFont typeface="Ramabhadra"/>
              <a:buNone/>
              <a:defRPr>
                <a:latin typeface="Ramabhadra"/>
                <a:ea typeface="Ramabhadra"/>
                <a:cs typeface="Ramabhadra"/>
                <a:sym typeface="Ramabhadra"/>
              </a:defRPr>
            </a:lvl5pPr>
            <a:lvl6pPr lvl="5" rtl="0">
              <a:spcBef>
                <a:spcPts val="1600"/>
              </a:spcBef>
              <a:spcAft>
                <a:spcPts val="0"/>
              </a:spcAft>
              <a:buSzPts val="1400"/>
              <a:buFont typeface="Ramabhadra"/>
              <a:buNone/>
              <a:defRPr>
                <a:latin typeface="Ramabhadra"/>
                <a:ea typeface="Ramabhadra"/>
                <a:cs typeface="Ramabhadra"/>
                <a:sym typeface="Ramabhadra"/>
              </a:defRPr>
            </a:lvl6pPr>
            <a:lvl7pPr lvl="6" rtl="0">
              <a:spcBef>
                <a:spcPts val="1600"/>
              </a:spcBef>
              <a:spcAft>
                <a:spcPts val="0"/>
              </a:spcAft>
              <a:buSzPts val="1400"/>
              <a:buFont typeface="Ramabhadra"/>
              <a:buNone/>
              <a:defRPr>
                <a:latin typeface="Ramabhadra"/>
                <a:ea typeface="Ramabhadra"/>
                <a:cs typeface="Ramabhadra"/>
                <a:sym typeface="Ramabhadra"/>
              </a:defRPr>
            </a:lvl7pPr>
            <a:lvl8pPr lvl="7" rtl="0">
              <a:spcBef>
                <a:spcPts val="1600"/>
              </a:spcBef>
              <a:spcAft>
                <a:spcPts val="0"/>
              </a:spcAft>
              <a:buSzPts val="1400"/>
              <a:buFont typeface="Ramabhadra"/>
              <a:buNone/>
              <a:defRPr>
                <a:latin typeface="Ramabhadra"/>
                <a:ea typeface="Ramabhadra"/>
                <a:cs typeface="Ramabhadra"/>
                <a:sym typeface="Ramabhadra"/>
              </a:defRPr>
            </a:lvl8pPr>
            <a:lvl9pPr lvl="8"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41" name="Google Shape;141;p22"/>
          <p:cNvSpPr txBox="1">
            <a:spLocks noGrp="1"/>
          </p:cNvSpPr>
          <p:nvPr>
            <p:ph type="subTitle" idx="2"/>
          </p:nvPr>
        </p:nvSpPr>
        <p:spPr>
          <a:xfrm>
            <a:off x="6120400" y="1465225"/>
            <a:ext cx="2253600" cy="3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rtl="0">
              <a:spcBef>
                <a:spcPts val="1600"/>
              </a:spcBef>
              <a:spcAft>
                <a:spcPts val="0"/>
              </a:spcAft>
              <a:buSzPts val="1400"/>
              <a:buFont typeface="Ramabhadra"/>
              <a:buNone/>
              <a:defRPr>
                <a:latin typeface="Ramabhadra"/>
                <a:ea typeface="Ramabhadra"/>
                <a:cs typeface="Ramabhadra"/>
                <a:sym typeface="Ramabhadra"/>
              </a:defRPr>
            </a:lvl2pPr>
            <a:lvl3pPr lvl="2" rtl="0">
              <a:spcBef>
                <a:spcPts val="1600"/>
              </a:spcBef>
              <a:spcAft>
                <a:spcPts val="0"/>
              </a:spcAft>
              <a:buSzPts val="1400"/>
              <a:buFont typeface="Ramabhadra"/>
              <a:buNone/>
              <a:defRPr>
                <a:latin typeface="Ramabhadra"/>
                <a:ea typeface="Ramabhadra"/>
                <a:cs typeface="Ramabhadra"/>
                <a:sym typeface="Ramabhadra"/>
              </a:defRPr>
            </a:lvl3pPr>
            <a:lvl4pPr lvl="3" rtl="0">
              <a:spcBef>
                <a:spcPts val="1600"/>
              </a:spcBef>
              <a:spcAft>
                <a:spcPts val="0"/>
              </a:spcAft>
              <a:buSzPts val="1400"/>
              <a:buFont typeface="Ramabhadra"/>
              <a:buNone/>
              <a:defRPr>
                <a:latin typeface="Ramabhadra"/>
                <a:ea typeface="Ramabhadra"/>
                <a:cs typeface="Ramabhadra"/>
                <a:sym typeface="Ramabhadra"/>
              </a:defRPr>
            </a:lvl4pPr>
            <a:lvl5pPr lvl="4" rtl="0">
              <a:spcBef>
                <a:spcPts val="1600"/>
              </a:spcBef>
              <a:spcAft>
                <a:spcPts val="0"/>
              </a:spcAft>
              <a:buSzPts val="1400"/>
              <a:buFont typeface="Ramabhadra"/>
              <a:buNone/>
              <a:defRPr>
                <a:latin typeface="Ramabhadra"/>
                <a:ea typeface="Ramabhadra"/>
                <a:cs typeface="Ramabhadra"/>
                <a:sym typeface="Ramabhadra"/>
              </a:defRPr>
            </a:lvl5pPr>
            <a:lvl6pPr lvl="5" rtl="0">
              <a:spcBef>
                <a:spcPts val="1600"/>
              </a:spcBef>
              <a:spcAft>
                <a:spcPts val="0"/>
              </a:spcAft>
              <a:buSzPts val="1400"/>
              <a:buFont typeface="Ramabhadra"/>
              <a:buNone/>
              <a:defRPr>
                <a:latin typeface="Ramabhadra"/>
                <a:ea typeface="Ramabhadra"/>
                <a:cs typeface="Ramabhadra"/>
                <a:sym typeface="Ramabhadra"/>
              </a:defRPr>
            </a:lvl6pPr>
            <a:lvl7pPr lvl="6" rtl="0">
              <a:spcBef>
                <a:spcPts val="1600"/>
              </a:spcBef>
              <a:spcAft>
                <a:spcPts val="0"/>
              </a:spcAft>
              <a:buSzPts val="1400"/>
              <a:buFont typeface="Ramabhadra"/>
              <a:buNone/>
              <a:defRPr>
                <a:latin typeface="Ramabhadra"/>
                <a:ea typeface="Ramabhadra"/>
                <a:cs typeface="Ramabhadra"/>
                <a:sym typeface="Ramabhadra"/>
              </a:defRPr>
            </a:lvl7pPr>
            <a:lvl8pPr lvl="7" rtl="0">
              <a:spcBef>
                <a:spcPts val="1600"/>
              </a:spcBef>
              <a:spcAft>
                <a:spcPts val="0"/>
              </a:spcAft>
              <a:buSzPts val="1400"/>
              <a:buFont typeface="Ramabhadra"/>
              <a:buNone/>
              <a:defRPr>
                <a:latin typeface="Ramabhadra"/>
                <a:ea typeface="Ramabhadra"/>
                <a:cs typeface="Ramabhadra"/>
                <a:sym typeface="Ramabhadra"/>
              </a:defRPr>
            </a:lvl8pPr>
            <a:lvl9pPr lvl="8"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42" name="Google Shape;142;p22"/>
          <p:cNvSpPr txBox="1">
            <a:spLocks noGrp="1"/>
          </p:cNvSpPr>
          <p:nvPr>
            <p:ph type="subTitle" idx="3"/>
          </p:nvPr>
        </p:nvSpPr>
        <p:spPr>
          <a:xfrm>
            <a:off x="766725" y="3033927"/>
            <a:ext cx="2255400" cy="396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rtl="0">
              <a:spcBef>
                <a:spcPts val="1600"/>
              </a:spcBef>
              <a:spcAft>
                <a:spcPts val="0"/>
              </a:spcAft>
              <a:buSzPts val="1400"/>
              <a:buFont typeface="Ramabhadra"/>
              <a:buNone/>
              <a:defRPr>
                <a:latin typeface="Ramabhadra"/>
                <a:ea typeface="Ramabhadra"/>
                <a:cs typeface="Ramabhadra"/>
                <a:sym typeface="Ramabhadra"/>
              </a:defRPr>
            </a:lvl2pPr>
            <a:lvl3pPr lvl="2" rtl="0">
              <a:spcBef>
                <a:spcPts val="1600"/>
              </a:spcBef>
              <a:spcAft>
                <a:spcPts val="0"/>
              </a:spcAft>
              <a:buSzPts val="1400"/>
              <a:buFont typeface="Ramabhadra"/>
              <a:buNone/>
              <a:defRPr>
                <a:latin typeface="Ramabhadra"/>
                <a:ea typeface="Ramabhadra"/>
                <a:cs typeface="Ramabhadra"/>
                <a:sym typeface="Ramabhadra"/>
              </a:defRPr>
            </a:lvl3pPr>
            <a:lvl4pPr lvl="3" rtl="0">
              <a:spcBef>
                <a:spcPts val="1600"/>
              </a:spcBef>
              <a:spcAft>
                <a:spcPts val="0"/>
              </a:spcAft>
              <a:buSzPts val="1400"/>
              <a:buFont typeface="Ramabhadra"/>
              <a:buNone/>
              <a:defRPr>
                <a:latin typeface="Ramabhadra"/>
                <a:ea typeface="Ramabhadra"/>
                <a:cs typeface="Ramabhadra"/>
                <a:sym typeface="Ramabhadra"/>
              </a:defRPr>
            </a:lvl4pPr>
            <a:lvl5pPr lvl="4" rtl="0">
              <a:spcBef>
                <a:spcPts val="1600"/>
              </a:spcBef>
              <a:spcAft>
                <a:spcPts val="0"/>
              </a:spcAft>
              <a:buSzPts val="1400"/>
              <a:buFont typeface="Ramabhadra"/>
              <a:buNone/>
              <a:defRPr>
                <a:latin typeface="Ramabhadra"/>
                <a:ea typeface="Ramabhadra"/>
                <a:cs typeface="Ramabhadra"/>
                <a:sym typeface="Ramabhadra"/>
              </a:defRPr>
            </a:lvl5pPr>
            <a:lvl6pPr lvl="5" rtl="0">
              <a:spcBef>
                <a:spcPts val="1600"/>
              </a:spcBef>
              <a:spcAft>
                <a:spcPts val="0"/>
              </a:spcAft>
              <a:buSzPts val="1400"/>
              <a:buFont typeface="Ramabhadra"/>
              <a:buNone/>
              <a:defRPr>
                <a:latin typeface="Ramabhadra"/>
                <a:ea typeface="Ramabhadra"/>
                <a:cs typeface="Ramabhadra"/>
                <a:sym typeface="Ramabhadra"/>
              </a:defRPr>
            </a:lvl6pPr>
            <a:lvl7pPr lvl="6" rtl="0">
              <a:spcBef>
                <a:spcPts val="1600"/>
              </a:spcBef>
              <a:spcAft>
                <a:spcPts val="0"/>
              </a:spcAft>
              <a:buSzPts val="1400"/>
              <a:buFont typeface="Ramabhadra"/>
              <a:buNone/>
              <a:defRPr>
                <a:latin typeface="Ramabhadra"/>
                <a:ea typeface="Ramabhadra"/>
                <a:cs typeface="Ramabhadra"/>
                <a:sym typeface="Ramabhadra"/>
              </a:defRPr>
            </a:lvl7pPr>
            <a:lvl8pPr lvl="7" rtl="0">
              <a:spcBef>
                <a:spcPts val="1600"/>
              </a:spcBef>
              <a:spcAft>
                <a:spcPts val="0"/>
              </a:spcAft>
              <a:buSzPts val="1400"/>
              <a:buFont typeface="Ramabhadra"/>
              <a:buNone/>
              <a:defRPr>
                <a:latin typeface="Ramabhadra"/>
                <a:ea typeface="Ramabhadra"/>
                <a:cs typeface="Ramabhadra"/>
                <a:sym typeface="Ramabhadra"/>
              </a:defRPr>
            </a:lvl8pPr>
            <a:lvl9pPr lvl="8"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43" name="Google Shape;143;p22"/>
          <p:cNvSpPr txBox="1">
            <a:spLocks noGrp="1"/>
          </p:cNvSpPr>
          <p:nvPr>
            <p:ph type="subTitle" idx="4"/>
          </p:nvPr>
        </p:nvSpPr>
        <p:spPr>
          <a:xfrm>
            <a:off x="6120400" y="3033927"/>
            <a:ext cx="2253600" cy="3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rtl="0">
              <a:spcBef>
                <a:spcPts val="1600"/>
              </a:spcBef>
              <a:spcAft>
                <a:spcPts val="0"/>
              </a:spcAft>
              <a:buSzPts val="1400"/>
              <a:buFont typeface="Ramabhadra"/>
              <a:buNone/>
              <a:defRPr>
                <a:latin typeface="Ramabhadra"/>
                <a:ea typeface="Ramabhadra"/>
                <a:cs typeface="Ramabhadra"/>
                <a:sym typeface="Ramabhadra"/>
              </a:defRPr>
            </a:lvl2pPr>
            <a:lvl3pPr lvl="2" rtl="0">
              <a:spcBef>
                <a:spcPts val="1600"/>
              </a:spcBef>
              <a:spcAft>
                <a:spcPts val="0"/>
              </a:spcAft>
              <a:buSzPts val="1400"/>
              <a:buFont typeface="Ramabhadra"/>
              <a:buNone/>
              <a:defRPr>
                <a:latin typeface="Ramabhadra"/>
                <a:ea typeface="Ramabhadra"/>
                <a:cs typeface="Ramabhadra"/>
                <a:sym typeface="Ramabhadra"/>
              </a:defRPr>
            </a:lvl3pPr>
            <a:lvl4pPr lvl="3" rtl="0">
              <a:spcBef>
                <a:spcPts val="1600"/>
              </a:spcBef>
              <a:spcAft>
                <a:spcPts val="0"/>
              </a:spcAft>
              <a:buSzPts val="1400"/>
              <a:buFont typeface="Ramabhadra"/>
              <a:buNone/>
              <a:defRPr>
                <a:latin typeface="Ramabhadra"/>
                <a:ea typeface="Ramabhadra"/>
                <a:cs typeface="Ramabhadra"/>
                <a:sym typeface="Ramabhadra"/>
              </a:defRPr>
            </a:lvl4pPr>
            <a:lvl5pPr lvl="4" rtl="0">
              <a:spcBef>
                <a:spcPts val="1600"/>
              </a:spcBef>
              <a:spcAft>
                <a:spcPts val="0"/>
              </a:spcAft>
              <a:buSzPts val="1400"/>
              <a:buFont typeface="Ramabhadra"/>
              <a:buNone/>
              <a:defRPr>
                <a:latin typeface="Ramabhadra"/>
                <a:ea typeface="Ramabhadra"/>
                <a:cs typeface="Ramabhadra"/>
                <a:sym typeface="Ramabhadra"/>
              </a:defRPr>
            </a:lvl5pPr>
            <a:lvl6pPr lvl="5" rtl="0">
              <a:spcBef>
                <a:spcPts val="1600"/>
              </a:spcBef>
              <a:spcAft>
                <a:spcPts val="0"/>
              </a:spcAft>
              <a:buSzPts val="1400"/>
              <a:buFont typeface="Ramabhadra"/>
              <a:buNone/>
              <a:defRPr>
                <a:latin typeface="Ramabhadra"/>
                <a:ea typeface="Ramabhadra"/>
                <a:cs typeface="Ramabhadra"/>
                <a:sym typeface="Ramabhadra"/>
              </a:defRPr>
            </a:lvl6pPr>
            <a:lvl7pPr lvl="6" rtl="0">
              <a:spcBef>
                <a:spcPts val="1600"/>
              </a:spcBef>
              <a:spcAft>
                <a:spcPts val="0"/>
              </a:spcAft>
              <a:buSzPts val="1400"/>
              <a:buFont typeface="Ramabhadra"/>
              <a:buNone/>
              <a:defRPr>
                <a:latin typeface="Ramabhadra"/>
                <a:ea typeface="Ramabhadra"/>
                <a:cs typeface="Ramabhadra"/>
                <a:sym typeface="Ramabhadra"/>
              </a:defRPr>
            </a:lvl7pPr>
            <a:lvl8pPr lvl="7" rtl="0">
              <a:spcBef>
                <a:spcPts val="1600"/>
              </a:spcBef>
              <a:spcAft>
                <a:spcPts val="0"/>
              </a:spcAft>
              <a:buSzPts val="1400"/>
              <a:buFont typeface="Ramabhadra"/>
              <a:buNone/>
              <a:defRPr>
                <a:latin typeface="Ramabhadra"/>
                <a:ea typeface="Ramabhadra"/>
                <a:cs typeface="Ramabhadra"/>
                <a:sym typeface="Ramabhadra"/>
              </a:defRPr>
            </a:lvl8pPr>
            <a:lvl9pPr lvl="8"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144" name="Google Shape;144;p22"/>
          <p:cNvSpPr txBox="1">
            <a:spLocks noGrp="1"/>
          </p:cNvSpPr>
          <p:nvPr>
            <p:ph type="subTitle" idx="5"/>
          </p:nvPr>
        </p:nvSpPr>
        <p:spPr>
          <a:xfrm>
            <a:off x="766725" y="1857374"/>
            <a:ext cx="2255400" cy="811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accent2"/>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45" name="Google Shape;145;p22"/>
          <p:cNvSpPr txBox="1">
            <a:spLocks noGrp="1"/>
          </p:cNvSpPr>
          <p:nvPr>
            <p:ph type="subTitle" idx="6"/>
          </p:nvPr>
        </p:nvSpPr>
        <p:spPr>
          <a:xfrm>
            <a:off x="6120401" y="1857374"/>
            <a:ext cx="2253600" cy="8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accent2"/>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46" name="Google Shape;146;p22"/>
          <p:cNvSpPr txBox="1">
            <a:spLocks noGrp="1"/>
          </p:cNvSpPr>
          <p:nvPr>
            <p:ph type="subTitle" idx="7"/>
          </p:nvPr>
        </p:nvSpPr>
        <p:spPr>
          <a:xfrm>
            <a:off x="768397" y="3428824"/>
            <a:ext cx="2255400" cy="811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accent2"/>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47" name="Google Shape;147;p22"/>
          <p:cNvSpPr txBox="1">
            <a:spLocks noGrp="1"/>
          </p:cNvSpPr>
          <p:nvPr>
            <p:ph type="subTitle" idx="8"/>
          </p:nvPr>
        </p:nvSpPr>
        <p:spPr>
          <a:xfrm>
            <a:off x="6122071" y="3428825"/>
            <a:ext cx="2253600" cy="8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accent2"/>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181"/>
        <p:cNvGrpSpPr/>
        <p:nvPr/>
      </p:nvGrpSpPr>
      <p:grpSpPr>
        <a:xfrm>
          <a:off x="0" y="0"/>
          <a:ext cx="0" cy="0"/>
          <a:chOff x="0" y="0"/>
          <a:chExt cx="0" cy="0"/>
        </a:xfrm>
      </p:grpSpPr>
      <p:sp>
        <p:nvSpPr>
          <p:cNvPr id="182" name="Google Shape;182;p26"/>
          <p:cNvSpPr/>
          <p:nvPr/>
        </p:nvSpPr>
        <p:spPr>
          <a:xfrm rot="10800000" flipH="1">
            <a:off x="6438613"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83" name="Google Shape;183;p26"/>
          <p:cNvSpPr txBox="1">
            <a:spLocks noGrp="1"/>
          </p:cNvSpPr>
          <p:nvPr>
            <p:ph type="title"/>
          </p:nvPr>
        </p:nvSpPr>
        <p:spPr>
          <a:xfrm>
            <a:off x="880425" y="438912"/>
            <a:ext cx="7550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CUSTOM_9">
    <p:spTree>
      <p:nvGrpSpPr>
        <p:cNvPr id="1" name="Shape 189"/>
        <p:cNvGrpSpPr/>
        <p:nvPr/>
      </p:nvGrpSpPr>
      <p:grpSpPr>
        <a:xfrm>
          <a:off x="0" y="0"/>
          <a:ext cx="0" cy="0"/>
          <a:chOff x="0" y="0"/>
          <a:chExt cx="0" cy="0"/>
        </a:xfrm>
      </p:grpSpPr>
      <p:sp>
        <p:nvSpPr>
          <p:cNvPr id="190" name="Google Shape;190;p28"/>
          <p:cNvSpPr/>
          <p:nvPr/>
        </p:nvSpPr>
        <p:spPr>
          <a:xfrm rot="10800000" flipH="1">
            <a:off x="1289788"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8"/>
          <p:cNvSpPr txBox="1">
            <a:spLocks noGrp="1"/>
          </p:cNvSpPr>
          <p:nvPr>
            <p:ph type="title"/>
          </p:nvPr>
        </p:nvSpPr>
        <p:spPr>
          <a:xfrm>
            <a:off x="713100" y="438900"/>
            <a:ext cx="75504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CUSTOM_10">
    <p:spTree>
      <p:nvGrpSpPr>
        <p:cNvPr id="1" name="Shape 196"/>
        <p:cNvGrpSpPr/>
        <p:nvPr/>
      </p:nvGrpSpPr>
      <p:grpSpPr>
        <a:xfrm>
          <a:off x="0" y="0"/>
          <a:ext cx="0" cy="0"/>
          <a:chOff x="0" y="0"/>
          <a:chExt cx="0" cy="0"/>
        </a:xfrm>
      </p:grpSpPr>
      <p:sp>
        <p:nvSpPr>
          <p:cNvPr id="197" name="Google Shape;197;p30"/>
          <p:cNvSpPr/>
          <p:nvPr/>
        </p:nvSpPr>
        <p:spPr>
          <a:xfrm rot="10800000" flipH="1">
            <a:off x="4454350"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2088025" y="397175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txBox="1">
            <a:spLocks noGrp="1"/>
          </p:cNvSpPr>
          <p:nvPr>
            <p:ph type="title"/>
          </p:nvPr>
        </p:nvSpPr>
        <p:spPr>
          <a:xfrm>
            <a:off x="880425" y="438900"/>
            <a:ext cx="7550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0" name="Google Shape;200;p30"/>
          <p:cNvSpPr txBox="1">
            <a:spLocks noGrp="1"/>
          </p:cNvSpPr>
          <p:nvPr>
            <p:ph type="subTitle" idx="1"/>
          </p:nvPr>
        </p:nvSpPr>
        <p:spPr>
          <a:xfrm>
            <a:off x="880425" y="1632250"/>
            <a:ext cx="2833500" cy="3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algn="ctr" rtl="0">
              <a:spcBef>
                <a:spcPts val="1600"/>
              </a:spcBef>
              <a:spcAft>
                <a:spcPts val="0"/>
              </a:spcAft>
              <a:buSzPts val="1400"/>
              <a:buFont typeface="Ramabhadra"/>
              <a:buNone/>
              <a:defRPr>
                <a:latin typeface="Ramabhadra"/>
                <a:ea typeface="Ramabhadra"/>
                <a:cs typeface="Ramabhadra"/>
                <a:sym typeface="Ramabhadra"/>
              </a:defRPr>
            </a:lvl2pPr>
            <a:lvl3pPr lvl="2" algn="ctr" rtl="0">
              <a:spcBef>
                <a:spcPts val="1600"/>
              </a:spcBef>
              <a:spcAft>
                <a:spcPts val="0"/>
              </a:spcAft>
              <a:buSzPts val="1400"/>
              <a:buFont typeface="Ramabhadra"/>
              <a:buNone/>
              <a:defRPr>
                <a:latin typeface="Ramabhadra"/>
                <a:ea typeface="Ramabhadra"/>
                <a:cs typeface="Ramabhadra"/>
                <a:sym typeface="Ramabhadra"/>
              </a:defRPr>
            </a:lvl3pPr>
            <a:lvl4pPr lvl="3" algn="ctr" rtl="0">
              <a:spcBef>
                <a:spcPts val="1600"/>
              </a:spcBef>
              <a:spcAft>
                <a:spcPts val="0"/>
              </a:spcAft>
              <a:buSzPts val="1400"/>
              <a:buFont typeface="Ramabhadra"/>
              <a:buNone/>
              <a:defRPr>
                <a:latin typeface="Ramabhadra"/>
                <a:ea typeface="Ramabhadra"/>
                <a:cs typeface="Ramabhadra"/>
                <a:sym typeface="Ramabhadra"/>
              </a:defRPr>
            </a:lvl4pPr>
            <a:lvl5pPr lvl="4" algn="ctr" rtl="0">
              <a:spcBef>
                <a:spcPts val="1600"/>
              </a:spcBef>
              <a:spcAft>
                <a:spcPts val="0"/>
              </a:spcAft>
              <a:buSzPts val="1400"/>
              <a:buFont typeface="Ramabhadra"/>
              <a:buNone/>
              <a:defRPr>
                <a:latin typeface="Ramabhadra"/>
                <a:ea typeface="Ramabhadra"/>
                <a:cs typeface="Ramabhadra"/>
                <a:sym typeface="Ramabhadra"/>
              </a:defRPr>
            </a:lvl5pPr>
            <a:lvl6pPr lvl="5" algn="ctr" rtl="0">
              <a:spcBef>
                <a:spcPts val="1600"/>
              </a:spcBef>
              <a:spcAft>
                <a:spcPts val="0"/>
              </a:spcAft>
              <a:buSzPts val="1400"/>
              <a:buFont typeface="Ramabhadra"/>
              <a:buNone/>
              <a:defRPr>
                <a:latin typeface="Ramabhadra"/>
                <a:ea typeface="Ramabhadra"/>
                <a:cs typeface="Ramabhadra"/>
                <a:sym typeface="Ramabhadra"/>
              </a:defRPr>
            </a:lvl6pPr>
            <a:lvl7pPr lvl="6" algn="ctr" rtl="0">
              <a:spcBef>
                <a:spcPts val="1600"/>
              </a:spcBef>
              <a:spcAft>
                <a:spcPts val="0"/>
              </a:spcAft>
              <a:buSzPts val="1400"/>
              <a:buFont typeface="Ramabhadra"/>
              <a:buNone/>
              <a:defRPr>
                <a:latin typeface="Ramabhadra"/>
                <a:ea typeface="Ramabhadra"/>
                <a:cs typeface="Ramabhadra"/>
                <a:sym typeface="Ramabhadra"/>
              </a:defRPr>
            </a:lvl7pPr>
            <a:lvl8pPr lvl="7" algn="ctr" rtl="0">
              <a:spcBef>
                <a:spcPts val="1600"/>
              </a:spcBef>
              <a:spcAft>
                <a:spcPts val="0"/>
              </a:spcAft>
              <a:buSzPts val="1400"/>
              <a:buFont typeface="Ramabhadra"/>
              <a:buNone/>
              <a:defRPr>
                <a:latin typeface="Ramabhadra"/>
                <a:ea typeface="Ramabhadra"/>
                <a:cs typeface="Ramabhadra"/>
                <a:sym typeface="Ramabhadra"/>
              </a:defRPr>
            </a:lvl8pPr>
            <a:lvl9pPr lvl="8" algn="ctr"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201" name="Google Shape;201;p30"/>
          <p:cNvSpPr txBox="1">
            <a:spLocks noGrp="1"/>
          </p:cNvSpPr>
          <p:nvPr>
            <p:ph type="subTitle" idx="2"/>
          </p:nvPr>
        </p:nvSpPr>
        <p:spPr>
          <a:xfrm>
            <a:off x="3748287" y="1632250"/>
            <a:ext cx="2833500" cy="3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Ramabhadra"/>
              <a:buNone/>
              <a:defRPr sz="1800" b="1">
                <a:solidFill>
                  <a:schemeClr val="accent2"/>
                </a:solidFill>
                <a:latin typeface="Ramabhadra"/>
                <a:ea typeface="Ramabhadra"/>
                <a:cs typeface="Ramabhadra"/>
                <a:sym typeface="Ramabhadra"/>
              </a:defRPr>
            </a:lvl1pPr>
            <a:lvl2pPr lvl="1" algn="ctr" rtl="0">
              <a:spcBef>
                <a:spcPts val="1600"/>
              </a:spcBef>
              <a:spcAft>
                <a:spcPts val="0"/>
              </a:spcAft>
              <a:buSzPts val="1400"/>
              <a:buFont typeface="Ramabhadra"/>
              <a:buNone/>
              <a:defRPr>
                <a:latin typeface="Ramabhadra"/>
                <a:ea typeface="Ramabhadra"/>
                <a:cs typeface="Ramabhadra"/>
                <a:sym typeface="Ramabhadra"/>
              </a:defRPr>
            </a:lvl2pPr>
            <a:lvl3pPr lvl="2" algn="ctr" rtl="0">
              <a:spcBef>
                <a:spcPts val="1600"/>
              </a:spcBef>
              <a:spcAft>
                <a:spcPts val="0"/>
              </a:spcAft>
              <a:buSzPts val="1400"/>
              <a:buFont typeface="Ramabhadra"/>
              <a:buNone/>
              <a:defRPr>
                <a:latin typeface="Ramabhadra"/>
                <a:ea typeface="Ramabhadra"/>
                <a:cs typeface="Ramabhadra"/>
                <a:sym typeface="Ramabhadra"/>
              </a:defRPr>
            </a:lvl3pPr>
            <a:lvl4pPr lvl="3" algn="ctr" rtl="0">
              <a:spcBef>
                <a:spcPts val="1600"/>
              </a:spcBef>
              <a:spcAft>
                <a:spcPts val="0"/>
              </a:spcAft>
              <a:buSzPts val="1400"/>
              <a:buFont typeface="Ramabhadra"/>
              <a:buNone/>
              <a:defRPr>
                <a:latin typeface="Ramabhadra"/>
                <a:ea typeface="Ramabhadra"/>
                <a:cs typeface="Ramabhadra"/>
                <a:sym typeface="Ramabhadra"/>
              </a:defRPr>
            </a:lvl4pPr>
            <a:lvl5pPr lvl="4" algn="ctr" rtl="0">
              <a:spcBef>
                <a:spcPts val="1600"/>
              </a:spcBef>
              <a:spcAft>
                <a:spcPts val="0"/>
              </a:spcAft>
              <a:buSzPts val="1400"/>
              <a:buFont typeface="Ramabhadra"/>
              <a:buNone/>
              <a:defRPr>
                <a:latin typeface="Ramabhadra"/>
                <a:ea typeface="Ramabhadra"/>
                <a:cs typeface="Ramabhadra"/>
                <a:sym typeface="Ramabhadra"/>
              </a:defRPr>
            </a:lvl5pPr>
            <a:lvl6pPr lvl="5" algn="ctr" rtl="0">
              <a:spcBef>
                <a:spcPts val="1600"/>
              </a:spcBef>
              <a:spcAft>
                <a:spcPts val="0"/>
              </a:spcAft>
              <a:buSzPts val="1400"/>
              <a:buFont typeface="Ramabhadra"/>
              <a:buNone/>
              <a:defRPr>
                <a:latin typeface="Ramabhadra"/>
                <a:ea typeface="Ramabhadra"/>
                <a:cs typeface="Ramabhadra"/>
                <a:sym typeface="Ramabhadra"/>
              </a:defRPr>
            </a:lvl6pPr>
            <a:lvl7pPr lvl="6" algn="ctr" rtl="0">
              <a:spcBef>
                <a:spcPts val="1600"/>
              </a:spcBef>
              <a:spcAft>
                <a:spcPts val="0"/>
              </a:spcAft>
              <a:buSzPts val="1400"/>
              <a:buFont typeface="Ramabhadra"/>
              <a:buNone/>
              <a:defRPr>
                <a:latin typeface="Ramabhadra"/>
                <a:ea typeface="Ramabhadra"/>
                <a:cs typeface="Ramabhadra"/>
                <a:sym typeface="Ramabhadra"/>
              </a:defRPr>
            </a:lvl7pPr>
            <a:lvl8pPr lvl="7" algn="ctr" rtl="0">
              <a:spcBef>
                <a:spcPts val="1600"/>
              </a:spcBef>
              <a:spcAft>
                <a:spcPts val="0"/>
              </a:spcAft>
              <a:buSzPts val="1400"/>
              <a:buFont typeface="Ramabhadra"/>
              <a:buNone/>
              <a:defRPr>
                <a:latin typeface="Ramabhadra"/>
                <a:ea typeface="Ramabhadra"/>
                <a:cs typeface="Ramabhadra"/>
                <a:sym typeface="Ramabhadra"/>
              </a:defRPr>
            </a:lvl8pPr>
            <a:lvl9pPr lvl="8" algn="ctr" rtl="0">
              <a:spcBef>
                <a:spcPts val="1600"/>
              </a:spcBef>
              <a:spcAft>
                <a:spcPts val="1600"/>
              </a:spcAft>
              <a:buSzPts val="1400"/>
              <a:buFont typeface="Ramabhadra"/>
              <a:buNone/>
              <a:defRPr>
                <a:latin typeface="Ramabhadra"/>
                <a:ea typeface="Ramabhadra"/>
                <a:cs typeface="Ramabhadra"/>
                <a:sym typeface="Ramabhadra"/>
              </a:defRPr>
            </a:lvl9pPr>
          </a:lstStyle>
          <a:p>
            <a:endParaRPr/>
          </a:p>
        </p:txBody>
      </p:sp>
      <p:sp>
        <p:nvSpPr>
          <p:cNvPr id="202" name="Google Shape;202;p30"/>
          <p:cNvSpPr txBox="1">
            <a:spLocks noGrp="1"/>
          </p:cNvSpPr>
          <p:nvPr>
            <p:ph type="subTitle" idx="3"/>
          </p:nvPr>
        </p:nvSpPr>
        <p:spPr>
          <a:xfrm>
            <a:off x="880448" y="2024400"/>
            <a:ext cx="2833500" cy="179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4"/>
              </a:buClr>
              <a:buSzPts val="1400"/>
              <a:buFont typeface="Public Sans"/>
              <a:buChar char="●"/>
              <a:defRPr sz="1400">
                <a:solidFill>
                  <a:schemeClr val="accent2"/>
                </a:solidFill>
              </a:defRPr>
            </a:lvl1pPr>
            <a:lvl2pPr lvl="1" algn="ctr" rtl="0">
              <a:spcBef>
                <a:spcPts val="1000"/>
              </a:spcBef>
              <a:spcAft>
                <a:spcPts val="0"/>
              </a:spcAft>
              <a:buClr>
                <a:srgbClr val="292929"/>
              </a:buClr>
              <a:buSzPts val="1400"/>
              <a:buFont typeface="Public Sans"/>
              <a:buChar char="○"/>
              <a:defRPr/>
            </a:lvl2pPr>
            <a:lvl3pPr lvl="2" algn="ctr" rtl="0">
              <a:spcBef>
                <a:spcPts val="1600"/>
              </a:spcBef>
              <a:spcAft>
                <a:spcPts val="0"/>
              </a:spcAft>
              <a:buClr>
                <a:srgbClr val="292929"/>
              </a:buClr>
              <a:buSzPts val="1400"/>
              <a:buFont typeface="Public Sans"/>
              <a:buChar char="■"/>
              <a:defRPr/>
            </a:lvl3pPr>
            <a:lvl4pPr lvl="3" algn="ctr" rtl="0">
              <a:spcBef>
                <a:spcPts val="1600"/>
              </a:spcBef>
              <a:spcAft>
                <a:spcPts val="0"/>
              </a:spcAft>
              <a:buClr>
                <a:srgbClr val="292929"/>
              </a:buClr>
              <a:buSzPts val="1400"/>
              <a:buFont typeface="Public Sans"/>
              <a:buChar char="●"/>
              <a:defRPr/>
            </a:lvl4pPr>
            <a:lvl5pPr lvl="4" algn="ctr" rtl="0">
              <a:spcBef>
                <a:spcPts val="1600"/>
              </a:spcBef>
              <a:spcAft>
                <a:spcPts val="0"/>
              </a:spcAft>
              <a:buClr>
                <a:srgbClr val="292929"/>
              </a:buClr>
              <a:buSzPts val="1400"/>
              <a:buFont typeface="Public Sans"/>
              <a:buChar char="○"/>
              <a:defRPr/>
            </a:lvl5pPr>
            <a:lvl6pPr lvl="5" algn="ctr" rtl="0">
              <a:spcBef>
                <a:spcPts val="1600"/>
              </a:spcBef>
              <a:spcAft>
                <a:spcPts val="0"/>
              </a:spcAft>
              <a:buClr>
                <a:srgbClr val="292929"/>
              </a:buClr>
              <a:buSzPts val="1400"/>
              <a:buFont typeface="Public Sans"/>
              <a:buChar char="■"/>
              <a:defRPr/>
            </a:lvl6pPr>
            <a:lvl7pPr lvl="6" algn="ctr" rtl="0">
              <a:spcBef>
                <a:spcPts val="1600"/>
              </a:spcBef>
              <a:spcAft>
                <a:spcPts val="0"/>
              </a:spcAft>
              <a:buClr>
                <a:srgbClr val="292929"/>
              </a:buClr>
              <a:buSzPts val="1400"/>
              <a:buFont typeface="Public Sans"/>
              <a:buChar char="●"/>
              <a:defRPr/>
            </a:lvl7pPr>
            <a:lvl8pPr lvl="7" algn="ctr" rtl="0">
              <a:spcBef>
                <a:spcPts val="1600"/>
              </a:spcBef>
              <a:spcAft>
                <a:spcPts val="0"/>
              </a:spcAft>
              <a:buClr>
                <a:srgbClr val="292929"/>
              </a:buClr>
              <a:buSzPts val="1400"/>
              <a:buFont typeface="Public Sans"/>
              <a:buChar char="○"/>
              <a:defRPr/>
            </a:lvl8pPr>
            <a:lvl9pPr lvl="8" algn="ctr" rtl="0">
              <a:spcBef>
                <a:spcPts val="1600"/>
              </a:spcBef>
              <a:spcAft>
                <a:spcPts val="1600"/>
              </a:spcAft>
              <a:buClr>
                <a:srgbClr val="292929"/>
              </a:buClr>
              <a:buSzPts val="1400"/>
              <a:buFont typeface="Public Sans"/>
              <a:buChar char="■"/>
              <a:defRPr/>
            </a:lvl9pPr>
          </a:lstStyle>
          <a:p>
            <a:endParaRPr/>
          </a:p>
        </p:txBody>
      </p:sp>
      <p:sp>
        <p:nvSpPr>
          <p:cNvPr id="203" name="Google Shape;203;p30"/>
          <p:cNvSpPr txBox="1">
            <a:spLocks noGrp="1"/>
          </p:cNvSpPr>
          <p:nvPr>
            <p:ph type="subTitle" idx="4"/>
          </p:nvPr>
        </p:nvSpPr>
        <p:spPr>
          <a:xfrm>
            <a:off x="3748275" y="2024400"/>
            <a:ext cx="2833500" cy="179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4"/>
              </a:buClr>
              <a:buSzPts val="1400"/>
              <a:buFont typeface="Public Sans"/>
              <a:buChar char="●"/>
              <a:defRPr sz="1400">
                <a:solidFill>
                  <a:schemeClr val="accent2"/>
                </a:solidFill>
              </a:defRPr>
            </a:lvl1pPr>
            <a:lvl2pPr lvl="1" algn="ctr" rtl="0">
              <a:spcBef>
                <a:spcPts val="1000"/>
              </a:spcBef>
              <a:spcAft>
                <a:spcPts val="0"/>
              </a:spcAft>
              <a:buClr>
                <a:srgbClr val="292929"/>
              </a:buClr>
              <a:buSzPts val="1400"/>
              <a:buFont typeface="Public Sans"/>
              <a:buChar char="○"/>
              <a:defRPr/>
            </a:lvl2pPr>
            <a:lvl3pPr lvl="2" algn="ctr" rtl="0">
              <a:spcBef>
                <a:spcPts val="1600"/>
              </a:spcBef>
              <a:spcAft>
                <a:spcPts val="0"/>
              </a:spcAft>
              <a:buClr>
                <a:srgbClr val="292929"/>
              </a:buClr>
              <a:buSzPts val="1400"/>
              <a:buFont typeface="Public Sans"/>
              <a:buChar char="■"/>
              <a:defRPr/>
            </a:lvl3pPr>
            <a:lvl4pPr lvl="3" algn="ctr" rtl="0">
              <a:spcBef>
                <a:spcPts val="1600"/>
              </a:spcBef>
              <a:spcAft>
                <a:spcPts val="0"/>
              </a:spcAft>
              <a:buClr>
                <a:srgbClr val="292929"/>
              </a:buClr>
              <a:buSzPts val="1400"/>
              <a:buFont typeface="Public Sans"/>
              <a:buChar char="●"/>
              <a:defRPr/>
            </a:lvl4pPr>
            <a:lvl5pPr lvl="4" algn="ctr" rtl="0">
              <a:spcBef>
                <a:spcPts val="1600"/>
              </a:spcBef>
              <a:spcAft>
                <a:spcPts val="0"/>
              </a:spcAft>
              <a:buClr>
                <a:srgbClr val="292929"/>
              </a:buClr>
              <a:buSzPts val="1400"/>
              <a:buFont typeface="Public Sans"/>
              <a:buChar char="○"/>
              <a:defRPr/>
            </a:lvl5pPr>
            <a:lvl6pPr lvl="5" algn="ctr" rtl="0">
              <a:spcBef>
                <a:spcPts val="1600"/>
              </a:spcBef>
              <a:spcAft>
                <a:spcPts val="0"/>
              </a:spcAft>
              <a:buClr>
                <a:srgbClr val="292929"/>
              </a:buClr>
              <a:buSzPts val="1400"/>
              <a:buFont typeface="Public Sans"/>
              <a:buChar char="■"/>
              <a:defRPr/>
            </a:lvl6pPr>
            <a:lvl7pPr lvl="6" algn="ctr" rtl="0">
              <a:spcBef>
                <a:spcPts val="1600"/>
              </a:spcBef>
              <a:spcAft>
                <a:spcPts val="0"/>
              </a:spcAft>
              <a:buClr>
                <a:srgbClr val="292929"/>
              </a:buClr>
              <a:buSzPts val="1400"/>
              <a:buFont typeface="Public Sans"/>
              <a:buChar char="●"/>
              <a:defRPr/>
            </a:lvl7pPr>
            <a:lvl8pPr lvl="7" algn="ctr" rtl="0">
              <a:spcBef>
                <a:spcPts val="1600"/>
              </a:spcBef>
              <a:spcAft>
                <a:spcPts val="0"/>
              </a:spcAft>
              <a:buClr>
                <a:srgbClr val="292929"/>
              </a:buClr>
              <a:buSzPts val="1400"/>
              <a:buFont typeface="Public Sans"/>
              <a:buChar char="○"/>
              <a:defRPr/>
            </a:lvl8pPr>
            <a:lvl9pPr lvl="8" algn="ctr" rtl="0">
              <a:spcBef>
                <a:spcPts val="1600"/>
              </a:spcBef>
              <a:spcAft>
                <a:spcPts val="1600"/>
              </a:spcAft>
              <a:buClr>
                <a:srgbClr val="292929"/>
              </a:buClr>
              <a:buSzPts val="1400"/>
              <a:buFont typeface="Public Sans"/>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6992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1pPr>
            <a:lvl2pPr lvl="1">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2pPr>
            <a:lvl3pPr lvl="2">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3pPr>
            <a:lvl4pPr lvl="3">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4pPr>
            <a:lvl5pPr lvl="4">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5pPr>
            <a:lvl6pPr lvl="5">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6pPr>
            <a:lvl7pPr lvl="6">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7pPr>
            <a:lvl8pPr lvl="7">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8pPr>
            <a:lvl9pPr lvl="8">
              <a:lnSpc>
                <a:spcPct val="100000"/>
              </a:lnSpc>
              <a:spcBef>
                <a:spcPts val="0"/>
              </a:spcBef>
              <a:spcAft>
                <a:spcPts val="0"/>
              </a:spcAft>
              <a:buClr>
                <a:schemeClr val="accent2"/>
              </a:buClr>
              <a:buSzPts val="2800"/>
              <a:buFont typeface="Ramabhadra"/>
              <a:buNone/>
              <a:defRPr sz="2800" b="1">
                <a:solidFill>
                  <a:schemeClr val="accent2"/>
                </a:solidFill>
                <a:latin typeface="Ramabhadra"/>
                <a:ea typeface="Ramabhadra"/>
                <a:cs typeface="Ramabhadra"/>
                <a:sym typeface="Ramabhadra"/>
              </a:defRPr>
            </a:lvl9pPr>
          </a:lstStyle>
          <a:p>
            <a:endParaRPr/>
          </a:p>
        </p:txBody>
      </p:sp>
      <p:sp>
        <p:nvSpPr>
          <p:cNvPr id="7" name="Google Shape;7;p1"/>
          <p:cNvSpPr txBox="1">
            <a:spLocks noGrp="1"/>
          </p:cNvSpPr>
          <p:nvPr>
            <p:ph type="body" idx="1"/>
          </p:nvPr>
        </p:nvSpPr>
        <p:spPr>
          <a:xfrm>
            <a:off x="713225" y="1152475"/>
            <a:ext cx="76992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Montserrat"/>
              <a:buChar char="●"/>
              <a:defRPr sz="1800">
                <a:solidFill>
                  <a:schemeClr val="accent2"/>
                </a:solidFill>
                <a:latin typeface="Montserrat"/>
                <a:ea typeface="Montserrat"/>
                <a:cs typeface="Montserrat"/>
                <a:sym typeface="Montserrat"/>
              </a:defRPr>
            </a:lvl1pPr>
            <a:lvl2pPr marL="914400" lvl="1"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2pPr>
            <a:lvl3pPr marL="1371600" lvl="2"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3pPr>
            <a:lvl4pPr marL="1828800" lvl="3"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4pPr>
            <a:lvl5pPr marL="2286000" lvl="4"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5pPr>
            <a:lvl6pPr marL="2743200" lvl="5"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6pPr>
            <a:lvl7pPr marL="3200400" lvl="6"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7pPr>
            <a:lvl8pPr marL="3657600" lvl="7" indent="-317500">
              <a:lnSpc>
                <a:spcPct val="100000"/>
              </a:lnSpc>
              <a:spcBef>
                <a:spcPts val="160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accent2"/>
              </a:buClr>
              <a:buSzPts val="1400"/>
              <a:buFont typeface="Montserrat"/>
              <a:buChar char="■"/>
              <a:defRPr>
                <a:solidFill>
                  <a:schemeClr val="accent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4" r:id="rId13"/>
    <p:sldLayoutId id="2147483666" r:id="rId14"/>
    <p:sldLayoutId id="2147483668" r:id="rId15"/>
    <p:sldLayoutId id="2147483672" r:id="rId16"/>
    <p:sldLayoutId id="2147483674" r:id="rId17"/>
    <p:sldLayoutId id="214748367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datasets/suraj9727/supply-chain-optimization-for-a-fmcg-company"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241"/>
        <p:cNvGrpSpPr/>
        <p:nvPr/>
      </p:nvGrpSpPr>
      <p:grpSpPr>
        <a:xfrm>
          <a:off x="0" y="0"/>
          <a:ext cx="0" cy="0"/>
          <a:chOff x="0" y="0"/>
          <a:chExt cx="0" cy="0"/>
        </a:xfrm>
      </p:grpSpPr>
      <p:sp>
        <p:nvSpPr>
          <p:cNvPr id="242" name="Google Shape;242;p37"/>
          <p:cNvSpPr txBox="1">
            <a:spLocks noGrp="1"/>
          </p:cNvSpPr>
          <p:nvPr>
            <p:ph type="ctrTitle"/>
          </p:nvPr>
        </p:nvSpPr>
        <p:spPr>
          <a:xfrm>
            <a:off x="202023" y="1382233"/>
            <a:ext cx="6177516" cy="171027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2800" b="0" i="0" dirty="0">
                <a:effectLst/>
                <a:latin typeface="-apple-system"/>
              </a:rPr>
              <a:t>Analysis Of Demand And Supply Of A FMCG Noodles Company For Optimum Product Weight Delivery.</a:t>
            </a:r>
            <a:endParaRPr sz="2800" dirty="0"/>
          </a:p>
        </p:txBody>
      </p:sp>
      <p:sp>
        <p:nvSpPr>
          <p:cNvPr id="243" name="Google Shape;243;p37"/>
          <p:cNvSpPr txBox="1">
            <a:spLocks noGrp="1"/>
          </p:cNvSpPr>
          <p:nvPr>
            <p:ph type="subTitle" idx="1"/>
          </p:nvPr>
        </p:nvSpPr>
        <p:spPr>
          <a:xfrm>
            <a:off x="202023" y="3092507"/>
            <a:ext cx="3211032" cy="5331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Analysis by Orhine Adidi</a:t>
            </a:r>
            <a:endParaRPr dirty="0"/>
          </a:p>
        </p:txBody>
      </p:sp>
      <p:pic>
        <p:nvPicPr>
          <p:cNvPr id="3" name="Picture 2">
            <a:extLst>
              <a:ext uri="{FF2B5EF4-FFF2-40B4-BE49-F238E27FC236}">
                <a16:creationId xmlns:a16="http://schemas.microsoft.com/office/drawing/2014/main" id="{9C3AA695-C310-8389-12BE-C0207F7AB917}"/>
              </a:ext>
            </a:extLst>
          </p:cNvPr>
          <p:cNvPicPr>
            <a:picLocks noChangeAspect="1"/>
          </p:cNvPicPr>
          <p:nvPr/>
        </p:nvPicPr>
        <p:blipFill>
          <a:blip r:embed="rId3"/>
          <a:srcRect t="16744" b="16485"/>
          <a:stretch/>
        </p:blipFill>
        <p:spPr>
          <a:xfrm>
            <a:off x="5617078" y="854591"/>
            <a:ext cx="3420596" cy="34343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241">
          <a:extLst>
            <a:ext uri="{FF2B5EF4-FFF2-40B4-BE49-F238E27FC236}">
              <a16:creationId xmlns:a16="http://schemas.microsoft.com/office/drawing/2014/main" id="{B43631CC-654E-0845-AF90-993CC4BBE96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5967029-A104-B4DE-D7AA-89F221309CC7}"/>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362508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8"/>
          <p:cNvSpPr txBox="1">
            <a:spLocks noGrp="1"/>
          </p:cNvSpPr>
          <p:nvPr>
            <p:ph type="title"/>
          </p:nvPr>
        </p:nvSpPr>
        <p:spPr>
          <a:xfrm>
            <a:off x="880425" y="438912"/>
            <a:ext cx="7532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450" name="Google Shape;450;p38"/>
          <p:cNvSpPr txBox="1">
            <a:spLocks noGrp="1"/>
          </p:cNvSpPr>
          <p:nvPr>
            <p:ph type="body" idx="1"/>
          </p:nvPr>
        </p:nvSpPr>
        <p:spPr>
          <a:xfrm>
            <a:off x="805950" y="1183025"/>
            <a:ext cx="7532100" cy="3416400"/>
          </a:xfrm>
          <a:prstGeom prst="rect">
            <a:avLst/>
          </a:prstGeom>
        </p:spPr>
        <p:txBody>
          <a:bodyPr spcFirstLastPara="1" wrap="square" lIns="91425" tIns="91425" rIns="91425" bIns="91425" anchor="t" anchorCtr="0">
            <a:noAutofit/>
          </a:bodyPr>
          <a:lstStyle/>
          <a:p>
            <a:pPr marL="457200" lvl="0" indent="-301625" algn="l" rtl="0">
              <a:spcBef>
                <a:spcPts val="1600"/>
              </a:spcBef>
              <a:spcAft>
                <a:spcPts val="0"/>
              </a:spcAft>
              <a:buSzPts val="1150"/>
              <a:buFont typeface="Montserrat"/>
              <a:buAutoNum type="arabicPeriod"/>
            </a:pPr>
            <a:r>
              <a:rPr lang="en" sz="1800" dirty="0"/>
              <a:t>Introduction</a:t>
            </a:r>
            <a:endParaRPr sz="1800" dirty="0"/>
          </a:p>
          <a:p>
            <a:pPr marL="457200" lvl="0" indent="-301625" algn="l" rtl="0">
              <a:spcBef>
                <a:spcPts val="0"/>
              </a:spcBef>
              <a:spcAft>
                <a:spcPts val="0"/>
              </a:spcAft>
              <a:buSzPts val="1150"/>
              <a:buFont typeface="Montserrat"/>
              <a:buAutoNum type="arabicPeriod"/>
            </a:pPr>
            <a:r>
              <a:rPr lang="en-US" sz="1800" dirty="0"/>
              <a:t>Business Problem</a:t>
            </a:r>
            <a:endParaRPr sz="1800" dirty="0"/>
          </a:p>
          <a:p>
            <a:pPr marL="457200" lvl="0" indent="-301625" algn="l" rtl="0">
              <a:spcBef>
                <a:spcPts val="0"/>
              </a:spcBef>
              <a:spcAft>
                <a:spcPts val="0"/>
              </a:spcAft>
              <a:buSzPts val="1150"/>
              <a:buFont typeface="Montserrat"/>
              <a:buAutoNum type="arabicPeriod"/>
            </a:pPr>
            <a:r>
              <a:rPr lang="en-US" sz="1800" dirty="0"/>
              <a:t>Aim/Objectives</a:t>
            </a:r>
            <a:endParaRPr sz="1800" dirty="0"/>
          </a:p>
          <a:p>
            <a:pPr marL="457200" lvl="0" indent="-301625" algn="l" rtl="0">
              <a:spcBef>
                <a:spcPts val="0"/>
              </a:spcBef>
              <a:spcAft>
                <a:spcPts val="0"/>
              </a:spcAft>
              <a:buSzPts val="1150"/>
              <a:buFont typeface="Montserrat"/>
              <a:buAutoNum type="arabicPeriod"/>
            </a:pPr>
            <a:r>
              <a:rPr lang="en-US" sz="1800" dirty="0"/>
              <a:t>Data Source/Preparation</a:t>
            </a:r>
            <a:endParaRPr sz="1800" dirty="0"/>
          </a:p>
          <a:p>
            <a:pPr marL="457200" lvl="0" indent="-301625" algn="l" rtl="0">
              <a:spcBef>
                <a:spcPts val="0"/>
              </a:spcBef>
              <a:spcAft>
                <a:spcPts val="0"/>
              </a:spcAft>
              <a:buSzPts val="1150"/>
              <a:buFont typeface="Montserrat"/>
              <a:buAutoNum type="arabicPeriod"/>
            </a:pPr>
            <a:r>
              <a:rPr lang="en-US" sz="1800" b="1" dirty="0">
                <a:solidFill>
                  <a:schemeClr val="accent4"/>
                </a:solidFill>
                <a:uFill>
                  <a:noFill/>
                </a:uFill>
              </a:rPr>
              <a:t>Methodology</a:t>
            </a:r>
            <a:endParaRPr sz="1800" dirty="0"/>
          </a:p>
          <a:p>
            <a:pPr marL="457200" lvl="0" indent="-301625" algn="l" rtl="0">
              <a:spcBef>
                <a:spcPts val="0"/>
              </a:spcBef>
              <a:spcAft>
                <a:spcPts val="0"/>
              </a:spcAft>
              <a:buSzPts val="1150"/>
              <a:buFont typeface="Montserrat"/>
              <a:buAutoNum type="arabicPeriod"/>
            </a:pPr>
            <a:r>
              <a:rPr lang="en-US" sz="1800" dirty="0"/>
              <a:t>Key Findings/Insights (Exploratory Data Analysis )</a:t>
            </a:r>
            <a:endParaRPr lang="en-US" sz="1800" dirty="0">
              <a:latin typeface="Monotype Corsiva" panose="03010101010201010101" pitchFamily="66" charset="0"/>
            </a:endParaRPr>
          </a:p>
          <a:p>
            <a:pPr indent="-301625">
              <a:buSzPts val="1150"/>
              <a:buFont typeface="Montserrat"/>
              <a:buAutoNum type="arabicPeriod"/>
            </a:pPr>
            <a:r>
              <a:rPr lang="en-US" sz="1800" dirty="0"/>
              <a:t>Statistical Analysis</a:t>
            </a:r>
          </a:p>
          <a:p>
            <a:pPr indent="-301625">
              <a:buSzPts val="1150"/>
              <a:buFont typeface="Montserrat"/>
              <a:buAutoNum type="arabicPeriod"/>
            </a:pPr>
            <a:r>
              <a:rPr lang="en-US" sz="1800" dirty="0"/>
              <a:t>Conclusion</a:t>
            </a:r>
          </a:p>
          <a:p>
            <a:pPr indent="-301625">
              <a:buSzPts val="1150"/>
              <a:buFont typeface="Montserrat"/>
              <a:buAutoNum type="arabicPeriod"/>
            </a:pPr>
            <a:r>
              <a:rPr lang="en-US" sz="1800" dirty="0"/>
              <a:t>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477"/>
        <p:cNvGrpSpPr/>
        <p:nvPr/>
      </p:nvGrpSpPr>
      <p:grpSpPr>
        <a:xfrm>
          <a:off x="0" y="0"/>
          <a:ext cx="0" cy="0"/>
          <a:chOff x="0" y="0"/>
          <a:chExt cx="0" cy="0"/>
        </a:xfrm>
      </p:grpSpPr>
      <p:sp>
        <p:nvSpPr>
          <p:cNvPr id="478" name="Google Shape;478;p40"/>
          <p:cNvSpPr txBox="1">
            <a:spLocks noGrp="1"/>
          </p:cNvSpPr>
          <p:nvPr>
            <p:ph type="title"/>
          </p:nvPr>
        </p:nvSpPr>
        <p:spPr>
          <a:xfrm>
            <a:off x="6228707" y="76819"/>
            <a:ext cx="2804395" cy="71026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Introduction</a:t>
            </a:r>
            <a:endParaRPr sz="3600" dirty="0"/>
          </a:p>
        </p:txBody>
      </p:sp>
      <p:sp>
        <p:nvSpPr>
          <p:cNvPr id="479" name="Google Shape;479;p40"/>
          <p:cNvSpPr txBox="1">
            <a:spLocks noGrp="1"/>
          </p:cNvSpPr>
          <p:nvPr>
            <p:ph type="title" idx="2"/>
          </p:nvPr>
        </p:nvSpPr>
        <p:spPr>
          <a:xfrm>
            <a:off x="5475176" y="94891"/>
            <a:ext cx="711472" cy="67412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t>01</a:t>
            </a:r>
            <a:endParaRPr sz="3600" dirty="0"/>
          </a:p>
        </p:txBody>
      </p:sp>
      <p:sp>
        <p:nvSpPr>
          <p:cNvPr id="480" name="Google Shape;480;p40"/>
          <p:cNvSpPr txBox="1">
            <a:spLocks noGrp="1"/>
          </p:cNvSpPr>
          <p:nvPr>
            <p:ph type="subTitle" idx="1"/>
          </p:nvPr>
        </p:nvSpPr>
        <p:spPr>
          <a:xfrm>
            <a:off x="161515" y="1201479"/>
            <a:ext cx="6141070" cy="3656022"/>
          </a:xfrm>
          <a:prstGeom prst="rect">
            <a:avLst/>
          </a:prstGeom>
        </p:spPr>
        <p:txBody>
          <a:bodyPr spcFirstLastPara="1" wrap="square" lIns="91425" tIns="91425" rIns="91425" bIns="91425" anchor="b" anchorCtr="0">
            <a:noAutofit/>
          </a:bodyPr>
          <a:lstStyle/>
          <a:p>
            <a:pPr marL="0" marR="0">
              <a:lnSpc>
                <a:spcPct val="150000"/>
              </a:lnSpc>
              <a:spcBef>
                <a:spcPts val="0"/>
              </a:spcBef>
              <a:spcAft>
                <a:spcPts val="800"/>
              </a:spcAft>
            </a:pP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Adine Noodles is a fast-growing FMCG company in the instant noodles company with over two years experience in Noodle supply spread over various states in Africa is seeking to understand their data better due to rising competitions in the market, lapses in revenue and profit, location sale issues. They hired The A Company to perform an analysis on their data to dive into the data and bring out useful information and recommendation to help them stay in the market and grow in the industry.</a:t>
            </a:r>
          </a:p>
        </p:txBody>
      </p:sp>
      <p:grpSp>
        <p:nvGrpSpPr>
          <p:cNvPr id="481" name="Google Shape;481;p40"/>
          <p:cNvGrpSpPr/>
          <p:nvPr/>
        </p:nvGrpSpPr>
        <p:grpSpPr>
          <a:xfrm>
            <a:off x="6125294" y="1287566"/>
            <a:ext cx="3973629" cy="2568368"/>
            <a:chOff x="2378250" y="2137225"/>
            <a:chExt cx="3240925" cy="2027600"/>
          </a:xfrm>
        </p:grpSpPr>
        <p:sp>
          <p:nvSpPr>
            <p:cNvPr id="482" name="Google Shape;482;p40"/>
            <p:cNvSpPr/>
            <p:nvPr/>
          </p:nvSpPr>
          <p:spPr>
            <a:xfrm>
              <a:off x="2378250" y="3278525"/>
              <a:ext cx="2114875" cy="886300"/>
            </a:xfrm>
            <a:custGeom>
              <a:avLst/>
              <a:gdLst/>
              <a:ahLst/>
              <a:cxnLst/>
              <a:rect l="l" t="t" r="r" b="b"/>
              <a:pathLst>
                <a:path w="84595" h="35452" extrusionOk="0">
                  <a:moveTo>
                    <a:pt x="60773" y="0"/>
                  </a:moveTo>
                  <a:cubicBezTo>
                    <a:pt x="59761" y="0"/>
                    <a:pt x="58731" y="4"/>
                    <a:pt x="57687" y="12"/>
                  </a:cubicBezTo>
                  <a:cubicBezTo>
                    <a:pt x="32993" y="250"/>
                    <a:pt x="1" y="3095"/>
                    <a:pt x="2668" y="8048"/>
                  </a:cubicBezTo>
                  <a:cubicBezTo>
                    <a:pt x="2668" y="8048"/>
                    <a:pt x="5002" y="13561"/>
                    <a:pt x="9490" y="19633"/>
                  </a:cubicBezTo>
                  <a:cubicBezTo>
                    <a:pt x="10538" y="21014"/>
                    <a:pt x="11669" y="22431"/>
                    <a:pt x="12919" y="23812"/>
                  </a:cubicBezTo>
                  <a:cubicBezTo>
                    <a:pt x="17265" y="28634"/>
                    <a:pt x="25242" y="32968"/>
                    <a:pt x="33124" y="34647"/>
                  </a:cubicBezTo>
                  <a:cubicBezTo>
                    <a:pt x="33386" y="34695"/>
                    <a:pt x="33624" y="34754"/>
                    <a:pt x="33874" y="34802"/>
                  </a:cubicBezTo>
                  <a:cubicBezTo>
                    <a:pt x="35660" y="35135"/>
                    <a:pt x="37446" y="35349"/>
                    <a:pt x="39173" y="35397"/>
                  </a:cubicBezTo>
                  <a:cubicBezTo>
                    <a:pt x="40412" y="35426"/>
                    <a:pt x="41740" y="35452"/>
                    <a:pt x="43132" y="35452"/>
                  </a:cubicBezTo>
                  <a:cubicBezTo>
                    <a:pt x="47941" y="35452"/>
                    <a:pt x="53518" y="35151"/>
                    <a:pt x="58901" y="33683"/>
                  </a:cubicBezTo>
                  <a:cubicBezTo>
                    <a:pt x="62235" y="32778"/>
                    <a:pt x="65509" y="31420"/>
                    <a:pt x="68486" y="29408"/>
                  </a:cubicBezTo>
                  <a:cubicBezTo>
                    <a:pt x="70129" y="28313"/>
                    <a:pt x="71724" y="26884"/>
                    <a:pt x="73212" y="25241"/>
                  </a:cubicBezTo>
                  <a:cubicBezTo>
                    <a:pt x="74463" y="23860"/>
                    <a:pt x="75653" y="22360"/>
                    <a:pt x="76737" y="20764"/>
                  </a:cubicBezTo>
                  <a:cubicBezTo>
                    <a:pt x="81594" y="13728"/>
                    <a:pt x="84595" y="5358"/>
                    <a:pt x="83666" y="2262"/>
                  </a:cubicBezTo>
                  <a:cubicBezTo>
                    <a:pt x="83285" y="988"/>
                    <a:pt x="76511" y="274"/>
                    <a:pt x="67045" y="59"/>
                  </a:cubicBezTo>
                  <a:cubicBezTo>
                    <a:pt x="65060" y="19"/>
                    <a:pt x="62958" y="0"/>
                    <a:pt x="607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0"/>
            <p:cNvSpPr/>
            <p:nvPr/>
          </p:nvSpPr>
          <p:spPr>
            <a:xfrm>
              <a:off x="2615500" y="3769650"/>
              <a:ext cx="1681175" cy="319700"/>
            </a:xfrm>
            <a:custGeom>
              <a:avLst/>
              <a:gdLst/>
              <a:ahLst/>
              <a:cxnLst/>
              <a:rect l="l" t="t" r="r" b="b"/>
              <a:pathLst>
                <a:path w="67247" h="12788" extrusionOk="0">
                  <a:moveTo>
                    <a:pt x="0" y="0"/>
                  </a:moveTo>
                  <a:lnTo>
                    <a:pt x="0" y="0"/>
                  </a:lnTo>
                  <a:cubicBezTo>
                    <a:pt x="1036" y="1381"/>
                    <a:pt x="2167" y="2798"/>
                    <a:pt x="3417" y="4179"/>
                  </a:cubicBezTo>
                  <a:cubicBezTo>
                    <a:pt x="15028" y="10521"/>
                    <a:pt x="25777" y="12787"/>
                    <a:pt x="35210" y="12787"/>
                  </a:cubicBezTo>
                  <a:cubicBezTo>
                    <a:pt x="47117" y="12787"/>
                    <a:pt x="56926" y="9177"/>
                    <a:pt x="63722" y="5596"/>
                  </a:cubicBezTo>
                  <a:cubicBezTo>
                    <a:pt x="64973" y="4227"/>
                    <a:pt x="66163" y="2715"/>
                    <a:pt x="67247" y="1119"/>
                  </a:cubicBezTo>
                  <a:lnTo>
                    <a:pt x="67247" y="1119"/>
                  </a:lnTo>
                  <a:cubicBezTo>
                    <a:pt x="54495" y="7454"/>
                    <a:pt x="43016" y="9697"/>
                    <a:pt x="33177" y="9697"/>
                  </a:cubicBezTo>
                  <a:cubicBezTo>
                    <a:pt x="17384" y="9697"/>
                    <a:pt x="5818" y="391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0"/>
            <p:cNvSpPr/>
            <p:nvPr/>
          </p:nvSpPr>
          <p:spPr>
            <a:xfrm>
              <a:off x="2479750" y="2652250"/>
              <a:ext cx="1925275" cy="1232300"/>
            </a:xfrm>
            <a:custGeom>
              <a:avLst/>
              <a:gdLst/>
              <a:ahLst/>
              <a:cxnLst/>
              <a:rect l="l" t="t" r="r" b="b"/>
              <a:pathLst>
                <a:path w="77011" h="49292" extrusionOk="0">
                  <a:moveTo>
                    <a:pt x="38506" y="0"/>
                  </a:moveTo>
                  <a:cubicBezTo>
                    <a:pt x="17372" y="0"/>
                    <a:pt x="215" y="10894"/>
                    <a:pt x="1" y="24396"/>
                  </a:cubicBezTo>
                  <a:lnTo>
                    <a:pt x="1" y="24646"/>
                  </a:lnTo>
                  <a:cubicBezTo>
                    <a:pt x="1" y="38267"/>
                    <a:pt x="17241" y="49292"/>
                    <a:pt x="38506" y="49292"/>
                  </a:cubicBezTo>
                  <a:cubicBezTo>
                    <a:pt x="59770" y="49292"/>
                    <a:pt x="77011" y="38267"/>
                    <a:pt x="77011" y="24646"/>
                  </a:cubicBezTo>
                  <a:cubicBezTo>
                    <a:pt x="77011" y="23991"/>
                    <a:pt x="76963" y="23360"/>
                    <a:pt x="76892" y="22729"/>
                  </a:cubicBezTo>
                  <a:cubicBezTo>
                    <a:pt x="75356" y="10013"/>
                    <a:pt x="58758" y="0"/>
                    <a:pt x="38506" y="0"/>
                  </a:cubicBezTo>
                  <a:close/>
                </a:path>
              </a:pathLst>
            </a:custGeom>
            <a:solidFill>
              <a:srgbClr val="C57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0"/>
            <p:cNvSpPr/>
            <p:nvPr/>
          </p:nvSpPr>
          <p:spPr>
            <a:xfrm>
              <a:off x="2479750" y="2652250"/>
              <a:ext cx="1922300" cy="609925"/>
            </a:xfrm>
            <a:custGeom>
              <a:avLst/>
              <a:gdLst/>
              <a:ahLst/>
              <a:cxnLst/>
              <a:rect l="l" t="t" r="r" b="b"/>
              <a:pathLst>
                <a:path w="76892" h="24397" extrusionOk="0">
                  <a:moveTo>
                    <a:pt x="38506" y="0"/>
                  </a:moveTo>
                  <a:cubicBezTo>
                    <a:pt x="17372" y="0"/>
                    <a:pt x="215" y="10894"/>
                    <a:pt x="1" y="24396"/>
                  </a:cubicBezTo>
                  <a:cubicBezTo>
                    <a:pt x="6520" y="17325"/>
                    <a:pt x="17939" y="8807"/>
                    <a:pt x="35140" y="8807"/>
                  </a:cubicBezTo>
                  <a:cubicBezTo>
                    <a:pt x="46466" y="8807"/>
                    <a:pt x="60300" y="12500"/>
                    <a:pt x="76892" y="22729"/>
                  </a:cubicBezTo>
                  <a:cubicBezTo>
                    <a:pt x="75356" y="10025"/>
                    <a:pt x="58758" y="0"/>
                    <a:pt x="38506" y="0"/>
                  </a:cubicBezTo>
                  <a:close/>
                </a:path>
              </a:pathLst>
            </a:custGeom>
            <a:solidFill>
              <a:srgbClr val="862E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0"/>
            <p:cNvSpPr/>
            <p:nvPr/>
          </p:nvSpPr>
          <p:spPr>
            <a:xfrm>
              <a:off x="3809700" y="2777250"/>
              <a:ext cx="155100" cy="303050"/>
            </a:xfrm>
            <a:custGeom>
              <a:avLst/>
              <a:gdLst/>
              <a:ahLst/>
              <a:cxnLst/>
              <a:rect l="l" t="t" r="r" b="b"/>
              <a:pathLst>
                <a:path w="6204" h="12122" extrusionOk="0">
                  <a:moveTo>
                    <a:pt x="0" y="1"/>
                  </a:moveTo>
                  <a:lnTo>
                    <a:pt x="298" y="1644"/>
                  </a:lnTo>
                  <a:cubicBezTo>
                    <a:pt x="298" y="1644"/>
                    <a:pt x="4870" y="6132"/>
                    <a:pt x="595" y="10169"/>
                  </a:cubicBezTo>
                  <a:lnTo>
                    <a:pt x="369" y="12121"/>
                  </a:lnTo>
                  <a:cubicBezTo>
                    <a:pt x="369" y="12121"/>
                    <a:pt x="4251" y="11895"/>
                    <a:pt x="5239" y="6656"/>
                  </a:cubicBezTo>
                  <a:cubicBezTo>
                    <a:pt x="6203" y="1418"/>
                    <a:pt x="0" y="1"/>
                    <a:pt x="0" y="1"/>
                  </a:cubicBezTo>
                  <a:close/>
                </a:path>
              </a:pathLst>
            </a:custGeom>
            <a:solidFill>
              <a:srgbClr val="EBC1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0"/>
            <p:cNvSpPr/>
            <p:nvPr/>
          </p:nvSpPr>
          <p:spPr>
            <a:xfrm>
              <a:off x="3023275" y="3293825"/>
              <a:ext cx="424775" cy="146625"/>
            </a:xfrm>
            <a:custGeom>
              <a:avLst/>
              <a:gdLst/>
              <a:ahLst/>
              <a:cxnLst/>
              <a:rect l="l" t="t" r="r" b="b"/>
              <a:pathLst>
                <a:path w="16991" h="5865" extrusionOk="0">
                  <a:moveTo>
                    <a:pt x="9808" y="1"/>
                  </a:moveTo>
                  <a:cubicBezTo>
                    <a:pt x="8672" y="1"/>
                    <a:pt x="7543" y="269"/>
                    <a:pt x="6537" y="971"/>
                  </a:cubicBezTo>
                  <a:cubicBezTo>
                    <a:pt x="1" y="5531"/>
                    <a:pt x="4073" y="5865"/>
                    <a:pt x="4073" y="5865"/>
                  </a:cubicBezTo>
                  <a:cubicBezTo>
                    <a:pt x="4073" y="5865"/>
                    <a:pt x="7574" y="3614"/>
                    <a:pt x="10923" y="3614"/>
                  </a:cubicBezTo>
                  <a:cubicBezTo>
                    <a:pt x="12091" y="3614"/>
                    <a:pt x="13241" y="3888"/>
                    <a:pt x="14217" y="4627"/>
                  </a:cubicBezTo>
                  <a:cubicBezTo>
                    <a:pt x="14515" y="4859"/>
                    <a:pt x="14863" y="4969"/>
                    <a:pt x="15206" y="4969"/>
                  </a:cubicBezTo>
                  <a:cubicBezTo>
                    <a:pt x="15795" y="4969"/>
                    <a:pt x="16367" y="4646"/>
                    <a:pt x="16646" y="4067"/>
                  </a:cubicBezTo>
                  <a:cubicBezTo>
                    <a:pt x="16991" y="3317"/>
                    <a:pt x="16717" y="2424"/>
                    <a:pt x="16027" y="2007"/>
                  </a:cubicBezTo>
                  <a:cubicBezTo>
                    <a:pt x="14623" y="1184"/>
                    <a:pt x="12197" y="1"/>
                    <a:pt x="9808" y="1"/>
                  </a:cubicBez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0"/>
            <p:cNvSpPr/>
            <p:nvPr/>
          </p:nvSpPr>
          <p:spPr>
            <a:xfrm>
              <a:off x="3253375" y="3405300"/>
              <a:ext cx="350650" cy="164375"/>
            </a:xfrm>
            <a:custGeom>
              <a:avLst/>
              <a:gdLst/>
              <a:ahLst/>
              <a:cxnLst/>
              <a:rect l="l" t="t" r="r" b="b"/>
              <a:pathLst>
                <a:path w="14026" h="6575" extrusionOk="0">
                  <a:moveTo>
                    <a:pt x="1882" y="1"/>
                  </a:moveTo>
                  <a:lnTo>
                    <a:pt x="1882" y="1"/>
                  </a:lnTo>
                  <a:cubicBezTo>
                    <a:pt x="1881" y="1"/>
                    <a:pt x="1" y="5644"/>
                    <a:pt x="5942" y="6514"/>
                  </a:cubicBezTo>
                  <a:cubicBezTo>
                    <a:pt x="6220" y="6555"/>
                    <a:pt x="6519" y="6574"/>
                    <a:pt x="6828" y="6574"/>
                  </a:cubicBezTo>
                  <a:cubicBezTo>
                    <a:pt x="9910" y="6574"/>
                    <a:pt x="14025" y="4635"/>
                    <a:pt x="9859" y="3001"/>
                  </a:cubicBezTo>
                  <a:lnTo>
                    <a:pt x="9859" y="3001"/>
                  </a:lnTo>
                  <a:cubicBezTo>
                    <a:pt x="9859" y="3001"/>
                    <a:pt x="8503" y="3975"/>
                    <a:pt x="6783" y="3975"/>
                  </a:cubicBezTo>
                  <a:cubicBezTo>
                    <a:pt x="5202" y="3975"/>
                    <a:pt x="3312" y="3153"/>
                    <a:pt x="1882" y="1"/>
                  </a:cubicBez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0"/>
            <p:cNvSpPr/>
            <p:nvPr/>
          </p:nvSpPr>
          <p:spPr>
            <a:xfrm>
              <a:off x="3362300" y="3626575"/>
              <a:ext cx="399500" cy="140225"/>
            </a:xfrm>
            <a:custGeom>
              <a:avLst/>
              <a:gdLst/>
              <a:ahLst/>
              <a:cxnLst/>
              <a:rect l="l" t="t" r="r" b="b"/>
              <a:pathLst>
                <a:path w="15980" h="5609" extrusionOk="0">
                  <a:moveTo>
                    <a:pt x="1330" y="1"/>
                  </a:moveTo>
                  <a:cubicBezTo>
                    <a:pt x="1" y="1"/>
                    <a:pt x="1108" y="3628"/>
                    <a:pt x="1108" y="3628"/>
                  </a:cubicBezTo>
                  <a:cubicBezTo>
                    <a:pt x="1108" y="3628"/>
                    <a:pt x="4010" y="5609"/>
                    <a:pt x="7853" y="5609"/>
                  </a:cubicBezTo>
                  <a:cubicBezTo>
                    <a:pt x="10344" y="5609"/>
                    <a:pt x="13231" y="4776"/>
                    <a:pt x="15979" y="2032"/>
                  </a:cubicBezTo>
                  <a:lnTo>
                    <a:pt x="13086" y="437"/>
                  </a:lnTo>
                  <a:cubicBezTo>
                    <a:pt x="13086" y="437"/>
                    <a:pt x="10786" y="2931"/>
                    <a:pt x="7650" y="2931"/>
                  </a:cubicBezTo>
                  <a:cubicBezTo>
                    <a:pt x="6262" y="2931"/>
                    <a:pt x="4710" y="2442"/>
                    <a:pt x="3120" y="1032"/>
                  </a:cubicBezTo>
                  <a:cubicBezTo>
                    <a:pt x="2276" y="290"/>
                    <a:pt x="1706" y="1"/>
                    <a:pt x="1330" y="1"/>
                  </a:cubicBezTo>
                  <a:close/>
                </a:path>
              </a:pathLst>
            </a:custGeom>
            <a:solidFill>
              <a:srgbClr val="EAC5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0"/>
            <p:cNvSpPr/>
            <p:nvPr/>
          </p:nvSpPr>
          <p:spPr>
            <a:xfrm>
              <a:off x="3504600" y="3340725"/>
              <a:ext cx="561825" cy="306650"/>
            </a:xfrm>
            <a:custGeom>
              <a:avLst/>
              <a:gdLst/>
              <a:ahLst/>
              <a:cxnLst/>
              <a:rect l="l" t="t" r="r" b="b"/>
              <a:pathLst>
                <a:path w="22473" h="12266" extrusionOk="0">
                  <a:moveTo>
                    <a:pt x="2203" y="0"/>
                  </a:moveTo>
                  <a:cubicBezTo>
                    <a:pt x="0" y="8180"/>
                    <a:pt x="1596" y="11371"/>
                    <a:pt x="7787" y="12168"/>
                  </a:cubicBezTo>
                  <a:cubicBezTo>
                    <a:pt x="8300" y="12234"/>
                    <a:pt x="8770" y="12266"/>
                    <a:pt x="9199" y="12266"/>
                  </a:cubicBezTo>
                  <a:cubicBezTo>
                    <a:pt x="14576" y="12266"/>
                    <a:pt x="13735" y="7378"/>
                    <a:pt x="15764" y="4787"/>
                  </a:cubicBezTo>
                  <a:cubicBezTo>
                    <a:pt x="17305" y="2845"/>
                    <a:pt x="19412" y="2554"/>
                    <a:pt x="20538" y="2554"/>
                  </a:cubicBezTo>
                  <a:cubicBezTo>
                    <a:pt x="21022" y="2554"/>
                    <a:pt x="21324" y="2608"/>
                    <a:pt x="21324" y="2608"/>
                  </a:cubicBezTo>
                  <a:lnTo>
                    <a:pt x="21693" y="2012"/>
                  </a:lnTo>
                  <a:cubicBezTo>
                    <a:pt x="21693" y="2012"/>
                    <a:pt x="22473" y="402"/>
                    <a:pt x="20301" y="402"/>
                  </a:cubicBezTo>
                  <a:cubicBezTo>
                    <a:pt x="19509" y="402"/>
                    <a:pt x="18323" y="617"/>
                    <a:pt x="16562" y="1203"/>
                  </a:cubicBezTo>
                  <a:cubicBezTo>
                    <a:pt x="10083" y="3362"/>
                    <a:pt x="14248" y="9779"/>
                    <a:pt x="8256" y="9779"/>
                  </a:cubicBezTo>
                  <a:cubicBezTo>
                    <a:pt x="8169" y="9779"/>
                    <a:pt x="8080" y="9778"/>
                    <a:pt x="7989" y="9775"/>
                  </a:cubicBezTo>
                  <a:cubicBezTo>
                    <a:pt x="1608" y="9561"/>
                    <a:pt x="4191" y="0"/>
                    <a:pt x="4191"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0"/>
            <p:cNvSpPr/>
            <p:nvPr/>
          </p:nvSpPr>
          <p:spPr>
            <a:xfrm>
              <a:off x="3774275" y="2919525"/>
              <a:ext cx="221775" cy="306625"/>
            </a:xfrm>
            <a:custGeom>
              <a:avLst/>
              <a:gdLst/>
              <a:ahLst/>
              <a:cxnLst/>
              <a:rect l="l" t="t" r="r" b="b"/>
              <a:pathLst>
                <a:path w="8871" h="12265" extrusionOk="0">
                  <a:moveTo>
                    <a:pt x="6977" y="1"/>
                  </a:moveTo>
                  <a:cubicBezTo>
                    <a:pt x="0" y="6978"/>
                    <a:pt x="5287" y="12264"/>
                    <a:pt x="5287" y="12264"/>
                  </a:cubicBezTo>
                  <a:lnTo>
                    <a:pt x="7275" y="9466"/>
                  </a:lnTo>
                  <a:cubicBezTo>
                    <a:pt x="4679" y="4466"/>
                    <a:pt x="8870" y="2275"/>
                    <a:pt x="8870" y="2275"/>
                  </a:cubicBezTo>
                  <a:lnTo>
                    <a:pt x="6977" y="1"/>
                  </a:lnTo>
                  <a:close/>
                </a:path>
              </a:pathLst>
            </a:custGeom>
            <a:solidFill>
              <a:srgbClr val="F1D7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0"/>
            <p:cNvSpPr/>
            <p:nvPr/>
          </p:nvSpPr>
          <p:spPr>
            <a:xfrm>
              <a:off x="3307250" y="3116275"/>
              <a:ext cx="184575" cy="204825"/>
            </a:xfrm>
            <a:custGeom>
              <a:avLst/>
              <a:gdLst/>
              <a:ahLst/>
              <a:cxnLst/>
              <a:rect l="l" t="t" r="r" b="b"/>
              <a:pathLst>
                <a:path w="7383" h="8193" extrusionOk="0">
                  <a:moveTo>
                    <a:pt x="2798" y="1"/>
                  </a:moveTo>
                  <a:lnTo>
                    <a:pt x="2798" y="1"/>
                  </a:lnTo>
                  <a:cubicBezTo>
                    <a:pt x="2798" y="1"/>
                    <a:pt x="0" y="6978"/>
                    <a:pt x="5799" y="8192"/>
                  </a:cubicBezTo>
                  <a:lnTo>
                    <a:pt x="7382" y="7192"/>
                  </a:lnTo>
                  <a:cubicBezTo>
                    <a:pt x="7382" y="7192"/>
                    <a:pt x="1191" y="4192"/>
                    <a:pt x="5394" y="406"/>
                  </a:cubicBezTo>
                  <a:lnTo>
                    <a:pt x="2798" y="1"/>
                  </a:lnTo>
                  <a:close/>
                </a:path>
              </a:pathLst>
            </a:custGeom>
            <a:solidFill>
              <a:srgbClr val="EAC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0"/>
            <p:cNvSpPr/>
            <p:nvPr/>
          </p:nvSpPr>
          <p:spPr>
            <a:xfrm>
              <a:off x="3062875" y="2672475"/>
              <a:ext cx="179800" cy="214950"/>
            </a:xfrm>
            <a:custGeom>
              <a:avLst/>
              <a:gdLst/>
              <a:ahLst/>
              <a:cxnLst/>
              <a:rect l="l" t="t" r="r" b="b"/>
              <a:pathLst>
                <a:path w="7192" h="8598" extrusionOk="0">
                  <a:moveTo>
                    <a:pt x="7025" y="1"/>
                  </a:moveTo>
                  <a:cubicBezTo>
                    <a:pt x="0" y="3430"/>
                    <a:pt x="3072" y="8597"/>
                    <a:pt x="3072" y="8597"/>
                  </a:cubicBezTo>
                  <a:lnTo>
                    <a:pt x="4501" y="7633"/>
                  </a:lnTo>
                  <a:cubicBezTo>
                    <a:pt x="3382" y="3894"/>
                    <a:pt x="7192" y="2251"/>
                    <a:pt x="7192" y="2251"/>
                  </a:cubicBezTo>
                  <a:lnTo>
                    <a:pt x="7025" y="1"/>
                  </a:ln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0"/>
            <p:cNvSpPr/>
            <p:nvPr/>
          </p:nvSpPr>
          <p:spPr>
            <a:xfrm>
              <a:off x="3741525" y="2893900"/>
              <a:ext cx="304525" cy="161975"/>
            </a:xfrm>
            <a:custGeom>
              <a:avLst/>
              <a:gdLst/>
              <a:ahLst/>
              <a:cxnLst/>
              <a:rect l="l" t="t" r="r" b="b"/>
              <a:pathLst>
                <a:path w="12181" h="6479" extrusionOk="0">
                  <a:moveTo>
                    <a:pt x="5950" y="0"/>
                  </a:moveTo>
                  <a:cubicBezTo>
                    <a:pt x="4275" y="0"/>
                    <a:pt x="2284" y="806"/>
                    <a:pt x="1" y="3086"/>
                  </a:cubicBezTo>
                  <a:lnTo>
                    <a:pt x="1798" y="5288"/>
                  </a:lnTo>
                  <a:cubicBezTo>
                    <a:pt x="1798" y="5288"/>
                    <a:pt x="3557" y="2334"/>
                    <a:pt x="6010" y="2334"/>
                  </a:cubicBezTo>
                  <a:cubicBezTo>
                    <a:pt x="7434" y="2334"/>
                    <a:pt x="9092" y="3330"/>
                    <a:pt x="10776" y="6479"/>
                  </a:cubicBezTo>
                  <a:lnTo>
                    <a:pt x="12181" y="4681"/>
                  </a:lnTo>
                  <a:cubicBezTo>
                    <a:pt x="12181" y="4681"/>
                    <a:pt x="9986" y="0"/>
                    <a:pt x="5950" y="0"/>
                  </a:cubicBezTo>
                  <a:close/>
                </a:path>
              </a:pathLst>
            </a:custGeom>
            <a:solidFill>
              <a:srgbClr val="EBC1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0"/>
            <p:cNvSpPr/>
            <p:nvPr/>
          </p:nvSpPr>
          <p:spPr>
            <a:xfrm>
              <a:off x="3507275" y="3467950"/>
              <a:ext cx="403950" cy="151700"/>
            </a:xfrm>
            <a:custGeom>
              <a:avLst/>
              <a:gdLst/>
              <a:ahLst/>
              <a:cxnLst/>
              <a:rect l="l" t="t" r="r" b="b"/>
              <a:pathLst>
                <a:path w="16158" h="6068" extrusionOk="0">
                  <a:moveTo>
                    <a:pt x="9812" y="0"/>
                  </a:moveTo>
                  <a:cubicBezTo>
                    <a:pt x="4229" y="0"/>
                    <a:pt x="0" y="4877"/>
                    <a:pt x="0" y="4877"/>
                  </a:cubicBezTo>
                  <a:lnTo>
                    <a:pt x="2001" y="6067"/>
                  </a:lnTo>
                  <a:cubicBezTo>
                    <a:pt x="5352" y="3266"/>
                    <a:pt x="8064" y="2412"/>
                    <a:pt x="10125" y="2412"/>
                  </a:cubicBezTo>
                  <a:cubicBezTo>
                    <a:pt x="13337" y="2412"/>
                    <a:pt x="14967" y="4484"/>
                    <a:pt x="14967" y="4484"/>
                  </a:cubicBezTo>
                  <a:lnTo>
                    <a:pt x="16157" y="2293"/>
                  </a:lnTo>
                  <a:cubicBezTo>
                    <a:pt x="13957" y="618"/>
                    <a:pt x="11799" y="0"/>
                    <a:pt x="9812" y="0"/>
                  </a:cubicBezTo>
                  <a:close/>
                </a:path>
              </a:pathLst>
            </a:custGeom>
            <a:solidFill>
              <a:srgbClr val="F1D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0"/>
            <p:cNvSpPr/>
            <p:nvPr/>
          </p:nvSpPr>
          <p:spPr>
            <a:xfrm>
              <a:off x="3452300" y="3344000"/>
              <a:ext cx="154700" cy="206300"/>
            </a:xfrm>
            <a:custGeom>
              <a:avLst/>
              <a:gdLst/>
              <a:ahLst/>
              <a:cxnLst/>
              <a:rect l="l" t="t" r="r" b="b"/>
              <a:pathLst>
                <a:path w="6188" h="8252" extrusionOk="0">
                  <a:moveTo>
                    <a:pt x="453" y="0"/>
                  </a:moveTo>
                  <a:cubicBezTo>
                    <a:pt x="157" y="0"/>
                    <a:pt x="1" y="465"/>
                    <a:pt x="199" y="1858"/>
                  </a:cubicBezTo>
                  <a:cubicBezTo>
                    <a:pt x="806" y="6061"/>
                    <a:pt x="3997" y="8251"/>
                    <a:pt x="3997" y="8251"/>
                  </a:cubicBezTo>
                  <a:lnTo>
                    <a:pt x="6188" y="7061"/>
                  </a:lnTo>
                  <a:lnTo>
                    <a:pt x="2199" y="1858"/>
                  </a:lnTo>
                  <a:cubicBezTo>
                    <a:pt x="2199" y="1858"/>
                    <a:pt x="1046" y="0"/>
                    <a:pt x="453"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0"/>
            <p:cNvSpPr/>
            <p:nvPr/>
          </p:nvSpPr>
          <p:spPr>
            <a:xfrm>
              <a:off x="2952250" y="3038075"/>
              <a:ext cx="316325" cy="202000"/>
            </a:xfrm>
            <a:custGeom>
              <a:avLst/>
              <a:gdLst/>
              <a:ahLst/>
              <a:cxnLst/>
              <a:rect l="l" t="t" r="r" b="b"/>
              <a:pathLst>
                <a:path w="12653" h="8080" extrusionOk="0">
                  <a:moveTo>
                    <a:pt x="1229" y="0"/>
                  </a:moveTo>
                  <a:cubicBezTo>
                    <a:pt x="566" y="0"/>
                    <a:pt x="0" y="249"/>
                    <a:pt x="199" y="986"/>
                  </a:cubicBezTo>
                  <a:cubicBezTo>
                    <a:pt x="1541" y="5915"/>
                    <a:pt x="5083" y="8079"/>
                    <a:pt x="8050" y="8079"/>
                  </a:cubicBezTo>
                  <a:cubicBezTo>
                    <a:pt x="10372" y="8079"/>
                    <a:pt x="12341" y="6754"/>
                    <a:pt x="12629" y="4391"/>
                  </a:cubicBezTo>
                  <a:cubicBezTo>
                    <a:pt x="12653" y="4141"/>
                    <a:pt x="12593" y="3879"/>
                    <a:pt x="12450" y="3665"/>
                  </a:cubicBezTo>
                  <a:lnTo>
                    <a:pt x="12188" y="3308"/>
                  </a:lnTo>
                  <a:cubicBezTo>
                    <a:pt x="12115" y="3199"/>
                    <a:pt x="12021" y="3153"/>
                    <a:pt x="11914" y="3153"/>
                  </a:cubicBezTo>
                  <a:cubicBezTo>
                    <a:pt x="11446" y="3153"/>
                    <a:pt x="10725" y="4038"/>
                    <a:pt x="10367" y="4474"/>
                  </a:cubicBezTo>
                  <a:cubicBezTo>
                    <a:pt x="9694" y="5282"/>
                    <a:pt x="8803" y="5712"/>
                    <a:pt x="7854" y="5712"/>
                  </a:cubicBezTo>
                  <a:cubicBezTo>
                    <a:pt x="6032" y="5712"/>
                    <a:pt x="3997" y="4127"/>
                    <a:pt x="2878" y="581"/>
                  </a:cubicBezTo>
                  <a:cubicBezTo>
                    <a:pt x="2803" y="300"/>
                    <a:pt x="1957" y="0"/>
                    <a:pt x="1229"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0"/>
            <p:cNvSpPr/>
            <p:nvPr/>
          </p:nvSpPr>
          <p:spPr>
            <a:xfrm>
              <a:off x="2937550" y="3276125"/>
              <a:ext cx="365250" cy="250650"/>
            </a:xfrm>
            <a:custGeom>
              <a:avLst/>
              <a:gdLst/>
              <a:ahLst/>
              <a:cxnLst/>
              <a:rect l="l" t="t" r="r" b="b"/>
              <a:pathLst>
                <a:path w="14610" h="10026" extrusionOk="0">
                  <a:moveTo>
                    <a:pt x="4799" y="0"/>
                  </a:moveTo>
                  <a:cubicBezTo>
                    <a:pt x="4035" y="0"/>
                    <a:pt x="3247" y="186"/>
                    <a:pt x="2442" y="608"/>
                  </a:cubicBezTo>
                  <a:cubicBezTo>
                    <a:pt x="1" y="1858"/>
                    <a:pt x="2632" y="3084"/>
                    <a:pt x="2632" y="3084"/>
                  </a:cubicBezTo>
                  <a:cubicBezTo>
                    <a:pt x="2632" y="3084"/>
                    <a:pt x="11371" y="4120"/>
                    <a:pt x="10193" y="10026"/>
                  </a:cubicBezTo>
                  <a:lnTo>
                    <a:pt x="14610" y="9871"/>
                  </a:lnTo>
                  <a:cubicBezTo>
                    <a:pt x="14610" y="9871"/>
                    <a:pt x="10365" y="0"/>
                    <a:pt x="4799"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0"/>
            <p:cNvSpPr/>
            <p:nvPr/>
          </p:nvSpPr>
          <p:spPr>
            <a:xfrm>
              <a:off x="3549550" y="3211125"/>
              <a:ext cx="213125" cy="321900"/>
            </a:xfrm>
            <a:custGeom>
              <a:avLst/>
              <a:gdLst/>
              <a:ahLst/>
              <a:cxnLst/>
              <a:rect l="l" t="t" r="r" b="b"/>
              <a:pathLst>
                <a:path w="8525" h="12876" extrusionOk="0">
                  <a:moveTo>
                    <a:pt x="2060" y="1"/>
                  </a:moveTo>
                  <a:cubicBezTo>
                    <a:pt x="0" y="1"/>
                    <a:pt x="0" y="3529"/>
                    <a:pt x="0" y="3529"/>
                  </a:cubicBezTo>
                  <a:cubicBezTo>
                    <a:pt x="0" y="3529"/>
                    <a:pt x="5286" y="6970"/>
                    <a:pt x="4108" y="12876"/>
                  </a:cubicBezTo>
                  <a:lnTo>
                    <a:pt x="8525" y="12733"/>
                  </a:lnTo>
                  <a:cubicBezTo>
                    <a:pt x="8525" y="12733"/>
                    <a:pt x="5286" y="838"/>
                    <a:pt x="2655" y="88"/>
                  </a:cubicBezTo>
                  <a:cubicBezTo>
                    <a:pt x="2440" y="28"/>
                    <a:pt x="2242" y="1"/>
                    <a:pt x="2060" y="1"/>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0"/>
            <p:cNvSpPr/>
            <p:nvPr/>
          </p:nvSpPr>
          <p:spPr>
            <a:xfrm>
              <a:off x="3923400" y="3130575"/>
              <a:ext cx="95275" cy="292225"/>
            </a:xfrm>
            <a:custGeom>
              <a:avLst/>
              <a:gdLst/>
              <a:ahLst/>
              <a:cxnLst/>
              <a:rect l="l" t="t" r="r" b="b"/>
              <a:pathLst>
                <a:path w="3811" h="11689" extrusionOk="0">
                  <a:moveTo>
                    <a:pt x="2322" y="0"/>
                  </a:moveTo>
                  <a:lnTo>
                    <a:pt x="0" y="596"/>
                  </a:lnTo>
                  <a:cubicBezTo>
                    <a:pt x="0" y="596"/>
                    <a:pt x="1155" y="4501"/>
                    <a:pt x="1346" y="11288"/>
                  </a:cubicBezTo>
                  <a:cubicBezTo>
                    <a:pt x="1355" y="11567"/>
                    <a:pt x="1660" y="11689"/>
                    <a:pt x="2025" y="11689"/>
                  </a:cubicBezTo>
                  <a:cubicBezTo>
                    <a:pt x="2577" y="11689"/>
                    <a:pt x="3270" y="11412"/>
                    <a:pt x="3298" y="10990"/>
                  </a:cubicBezTo>
                  <a:cubicBezTo>
                    <a:pt x="3810" y="4418"/>
                    <a:pt x="2322" y="0"/>
                    <a:pt x="2322" y="0"/>
                  </a:cubicBezTo>
                  <a:close/>
                </a:path>
              </a:pathLst>
            </a:custGeom>
            <a:solidFill>
              <a:srgbClr val="EBC0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0"/>
            <p:cNvSpPr/>
            <p:nvPr/>
          </p:nvSpPr>
          <p:spPr>
            <a:xfrm>
              <a:off x="3901075" y="3377625"/>
              <a:ext cx="200075" cy="257425"/>
            </a:xfrm>
            <a:custGeom>
              <a:avLst/>
              <a:gdLst/>
              <a:ahLst/>
              <a:cxnLst/>
              <a:rect l="l" t="t" r="r" b="b"/>
              <a:pathLst>
                <a:path w="8003" h="10297" extrusionOk="0">
                  <a:moveTo>
                    <a:pt x="5465" y="1"/>
                  </a:moveTo>
                  <a:lnTo>
                    <a:pt x="5465" y="1"/>
                  </a:lnTo>
                  <a:cubicBezTo>
                    <a:pt x="5465" y="1"/>
                    <a:pt x="6061" y="7930"/>
                    <a:pt x="822" y="7930"/>
                  </a:cubicBezTo>
                  <a:cubicBezTo>
                    <a:pt x="381" y="7930"/>
                    <a:pt x="0" y="10180"/>
                    <a:pt x="0" y="10180"/>
                  </a:cubicBezTo>
                  <a:cubicBezTo>
                    <a:pt x="0" y="10180"/>
                    <a:pt x="482" y="10297"/>
                    <a:pt x="1208" y="10297"/>
                  </a:cubicBezTo>
                  <a:cubicBezTo>
                    <a:pt x="3447" y="10297"/>
                    <a:pt x="8002" y="9190"/>
                    <a:pt x="7858" y="144"/>
                  </a:cubicBezTo>
                  <a:lnTo>
                    <a:pt x="5465" y="1"/>
                  </a:lnTo>
                  <a:close/>
                </a:path>
              </a:pathLst>
            </a:custGeom>
            <a:solidFill>
              <a:srgbClr val="EAC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0"/>
            <p:cNvSpPr/>
            <p:nvPr/>
          </p:nvSpPr>
          <p:spPr>
            <a:xfrm>
              <a:off x="3185800" y="3104375"/>
              <a:ext cx="124450" cy="153325"/>
            </a:xfrm>
            <a:custGeom>
              <a:avLst/>
              <a:gdLst/>
              <a:ahLst/>
              <a:cxnLst/>
              <a:rect l="l" t="t" r="r" b="b"/>
              <a:pathLst>
                <a:path w="4978" h="6133" extrusionOk="0">
                  <a:moveTo>
                    <a:pt x="1989" y="1"/>
                  </a:moveTo>
                  <a:cubicBezTo>
                    <a:pt x="1989" y="1"/>
                    <a:pt x="1" y="1584"/>
                    <a:pt x="894" y="5656"/>
                  </a:cubicBezTo>
                  <a:lnTo>
                    <a:pt x="3037" y="6132"/>
                  </a:lnTo>
                  <a:cubicBezTo>
                    <a:pt x="3037" y="6132"/>
                    <a:pt x="2060" y="2692"/>
                    <a:pt x="4977" y="739"/>
                  </a:cubicBezTo>
                  <a:lnTo>
                    <a:pt x="1989" y="1"/>
                  </a:lnTo>
                  <a:close/>
                </a:path>
              </a:pathLst>
            </a:custGeom>
            <a:solidFill>
              <a:srgbClr val="EAC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0"/>
            <p:cNvSpPr/>
            <p:nvPr/>
          </p:nvSpPr>
          <p:spPr>
            <a:xfrm>
              <a:off x="4029650" y="3373175"/>
              <a:ext cx="228325" cy="308575"/>
            </a:xfrm>
            <a:custGeom>
              <a:avLst/>
              <a:gdLst/>
              <a:ahLst/>
              <a:cxnLst/>
              <a:rect l="l" t="t" r="r" b="b"/>
              <a:pathLst>
                <a:path w="9133" h="12343" extrusionOk="0">
                  <a:moveTo>
                    <a:pt x="3942" y="0"/>
                  </a:moveTo>
                  <a:lnTo>
                    <a:pt x="2537" y="2798"/>
                  </a:lnTo>
                  <a:cubicBezTo>
                    <a:pt x="5835" y="8763"/>
                    <a:pt x="4415" y="9885"/>
                    <a:pt x="2881" y="9885"/>
                  </a:cubicBezTo>
                  <a:cubicBezTo>
                    <a:pt x="1956" y="9885"/>
                    <a:pt x="989" y="9477"/>
                    <a:pt x="989" y="9477"/>
                  </a:cubicBezTo>
                  <a:cubicBezTo>
                    <a:pt x="799" y="10239"/>
                    <a:pt x="1" y="11192"/>
                    <a:pt x="489" y="11442"/>
                  </a:cubicBezTo>
                  <a:cubicBezTo>
                    <a:pt x="894" y="11640"/>
                    <a:pt x="2428" y="12342"/>
                    <a:pt x="3920" y="12342"/>
                  </a:cubicBezTo>
                  <a:cubicBezTo>
                    <a:pt x="4665" y="12342"/>
                    <a:pt x="5399" y="12168"/>
                    <a:pt x="5978" y="11668"/>
                  </a:cubicBezTo>
                  <a:cubicBezTo>
                    <a:pt x="9133" y="8965"/>
                    <a:pt x="3942" y="0"/>
                    <a:pt x="3942"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0"/>
            <p:cNvSpPr/>
            <p:nvPr/>
          </p:nvSpPr>
          <p:spPr>
            <a:xfrm>
              <a:off x="3826050" y="3079850"/>
              <a:ext cx="181900" cy="149400"/>
            </a:xfrm>
            <a:custGeom>
              <a:avLst/>
              <a:gdLst/>
              <a:ahLst/>
              <a:cxnLst/>
              <a:rect l="l" t="t" r="r" b="b"/>
              <a:pathLst>
                <a:path w="7276" h="5976" extrusionOk="0">
                  <a:moveTo>
                    <a:pt x="4380" y="1"/>
                  </a:moveTo>
                  <a:cubicBezTo>
                    <a:pt x="1014" y="1"/>
                    <a:pt x="232" y="3171"/>
                    <a:pt x="60" y="4839"/>
                  </a:cubicBezTo>
                  <a:cubicBezTo>
                    <a:pt x="1" y="5387"/>
                    <a:pt x="418" y="5887"/>
                    <a:pt x="965" y="5970"/>
                  </a:cubicBezTo>
                  <a:lnTo>
                    <a:pt x="1013" y="5970"/>
                  </a:lnTo>
                  <a:cubicBezTo>
                    <a:pt x="1045" y="5974"/>
                    <a:pt x="1077" y="5975"/>
                    <a:pt x="1109" y="5975"/>
                  </a:cubicBezTo>
                  <a:cubicBezTo>
                    <a:pt x="1559" y="5975"/>
                    <a:pt x="1963" y="5665"/>
                    <a:pt x="2096" y="5220"/>
                  </a:cubicBezTo>
                  <a:cubicBezTo>
                    <a:pt x="2804" y="2913"/>
                    <a:pt x="4350" y="2452"/>
                    <a:pt x="5473" y="2452"/>
                  </a:cubicBezTo>
                  <a:cubicBezTo>
                    <a:pt x="5654" y="2452"/>
                    <a:pt x="5824" y="2464"/>
                    <a:pt x="5978" y="2482"/>
                  </a:cubicBezTo>
                  <a:cubicBezTo>
                    <a:pt x="6013" y="2485"/>
                    <a:pt x="6048" y="2487"/>
                    <a:pt x="6082" y="2487"/>
                  </a:cubicBezTo>
                  <a:cubicBezTo>
                    <a:pt x="6540" y="2487"/>
                    <a:pt x="6940" y="2198"/>
                    <a:pt x="7073" y="1756"/>
                  </a:cubicBezTo>
                  <a:lnTo>
                    <a:pt x="7109" y="1589"/>
                  </a:lnTo>
                  <a:cubicBezTo>
                    <a:pt x="7276" y="1053"/>
                    <a:pt x="6966" y="494"/>
                    <a:pt x="6430" y="327"/>
                  </a:cubicBezTo>
                  <a:cubicBezTo>
                    <a:pt x="5658" y="101"/>
                    <a:pt x="4978" y="1"/>
                    <a:pt x="4380" y="1"/>
                  </a:cubicBezTo>
                  <a:close/>
                </a:path>
              </a:pathLst>
            </a:custGeom>
            <a:solidFill>
              <a:srgbClr val="F0D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0"/>
            <p:cNvSpPr/>
            <p:nvPr/>
          </p:nvSpPr>
          <p:spPr>
            <a:xfrm>
              <a:off x="3985900" y="3048125"/>
              <a:ext cx="233400" cy="302450"/>
            </a:xfrm>
            <a:custGeom>
              <a:avLst/>
              <a:gdLst/>
              <a:ahLst/>
              <a:cxnLst/>
              <a:rect l="l" t="t" r="r" b="b"/>
              <a:pathLst>
                <a:path w="9336" h="12098" extrusionOk="0">
                  <a:moveTo>
                    <a:pt x="2822" y="0"/>
                  </a:moveTo>
                  <a:lnTo>
                    <a:pt x="1632" y="2917"/>
                  </a:lnTo>
                  <a:cubicBezTo>
                    <a:pt x="1632" y="2917"/>
                    <a:pt x="4394" y="6513"/>
                    <a:pt x="203" y="9299"/>
                  </a:cubicBezTo>
                  <a:lnTo>
                    <a:pt x="1" y="12097"/>
                  </a:lnTo>
                  <a:cubicBezTo>
                    <a:pt x="1" y="12097"/>
                    <a:pt x="9335" y="8990"/>
                    <a:pt x="2822" y="0"/>
                  </a:cubicBezTo>
                  <a:close/>
                </a:path>
              </a:pathLst>
            </a:custGeom>
            <a:solidFill>
              <a:srgbClr val="F0D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0"/>
            <p:cNvSpPr/>
            <p:nvPr/>
          </p:nvSpPr>
          <p:spPr>
            <a:xfrm>
              <a:off x="4204075" y="3059725"/>
              <a:ext cx="241125" cy="445925"/>
            </a:xfrm>
            <a:custGeom>
              <a:avLst/>
              <a:gdLst/>
              <a:ahLst/>
              <a:cxnLst/>
              <a:rect l="l" t="t" r="r" b="b"/>
              <a:pathLst>
                <a:path w="9645" h="17837" extrusionOk="0">
                  <a:moveTo>
                    <a:pt x="1715" y="1"/>
                  </a:moveTo>
                  <a:lnTo>
                    <a:pt x="1" y="2156"/>
                  </a:lnTo>
                  <a:cubicBezTo>
                    <a:pt x="1" y="2156"/>
                    <a:pt x="5240" y="11240"/>
                    <a:pt x="49" y="16027"/>
                  </a:cubicBezTo>
                  <a:lnTo>
                    <a:pt x="644" y="17836"/>
                  </a:lnTo>
                  <a:cubicBezTo>
                    <a:pt x="644" y="17836"/>
                    <a:pt x="9645" y="12562"/>
                    <a:pt x="1715" y="1"/>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0"/>
            <p:cNvSpPr/>
            <p:nvPr/>
          </p:nvSpPr>
          <p:spPr>
            <a:xfrm>
              <a:off x="4073125" y="3255875"/>
              <a:ext cx="202125" cy="103025"/>
            </a:xfrm>
            <a:custGeom>
              <a:avLst/>
              <a:gdLst/>
              <a:ahLst/>
              <a:cxnLst/>
              <a:rect l="l" t="t" r="r" b="b"/>
              <a:pathLst>
                <a:path w="8085" h="4121" extrusionOk="0">
                  <a:moveTo>
                    <a:pt x="7703" y="1"/>
                  </a:moveTo>
                  <a:lnTo>
                    <a:pt x="1655" y="1132"/>
                  </a:lnTo>
                  <a:lnTo>
                    <a:pt x="0" y="4121"/>
                  </a:lnTo>
                  <a:lnTo>
                    <a:pt x="8084" y="2466"/>
                  </a:lnTo>
                  <a:lnTo>
                    <a:pt x="7703" y="1"/>
                  </a:lnTo>
                  <a:close/>
                </a:path>
              </a:pathLst>
            </a:custGeom>
            <a:solidFill>
              <a:srgbClr val="EAB4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0"/>
            <p:cNvSpPr/>
            <p:nvPr/>
          </p:nvSpPr>
          <p:spPr>
            <a:xfrm>
              <a:off x="2786350" y="2803750"/>
              <a:ext cx="514375" cy="465550"/>
            </a:xfrm>
            <a:custGeom>
              <a:avLst/>
              <a:gdLst/>
              <a:ahLst/>
              <a:cxnLst/>
              <a:rect l="l" t="t" r="r" b="b"/>
              <a:pathLst>
                <a:path w="20575" h="18622" extrusionOk="0">
                  <a:moveTo>
                    <a:pt x="2191" y="0"/>
                  </a:moveTo>
                  <a:lnTo>
                    <a:pt x="167" y="965"/>
                  </a:lnTo>
                  <a:cubicBezTo>
                    <a:pt x="167" y="965"/>
                    <a:pt x="0" y="1334"/>
                    <a:pt x="1429" y="6573"/>
                  </a:cubicBezTo>
                  <a:cubicBezTo>
                    <a:pt x="2042" y="8845"/>
                    <a:pt x="3848" y="9195"/>
                    <a:pt x="5961" y="9195"/>
                  </a:cubicBezTo>
                  <a:cubicBezTo>
                    <a:pt x="6902" y="9195"/>
                    <a:pt x="7903" y="9126"/>
                    <a:pt x="8887" y="9126"/>
                  </a:cubicBezTo>
                  <a:cubicBezTo>
                    <a:pt x="10799" y="9126"/>
                    <a:pt x="12644" y="9388"/>
                    <a:pt x="13847" y="10930"/>
                  </a:cubicBezTo>
                  <a:cubicBezTo>
                    <a:pt x="17074" y="15038"/>
                    <a:pt x="12585" y="17360"/>
                    <a:pt x="12585" y="17360"/>
                  </a:cubicBezTo>
                  <a:lnTo>
                    <a:pt x="13919" y="18622"/>
                  </a:lnTo>
                  <a:cubicBezTo>
                    <a:pt x="20574" y="16002"/>
                    <a:pt x="14586" y="8287"/>
                    <a:pt x="14586" y="8287"/>
                  </a:cubicBezTo>
                  <a:cubicBezTo>
                    <a:pt x="13214" y="6860"/>
                    <a:pt x="11415" y="6528"/>
                    <a:pt x="9668" y="6528"/>
                  </a:cubicBezTo>
                  <a:cubicBezTo>
                    <a:pt x="8150" y="6528"/>
                    <a:pt x="6672" y="6778"/>
                    <a:pt x="5547" y="6778"/>
                  </a:cubicBezTo>
                  <a:cubicBezTo>
                    <a:pt x="4370" y="6778"/>
                    <a:pt x="3579" y="6504"/>
                    <a:pt x="3537" y="5382"/>
                  </a:cubicBezTo>
                  <a:cubicBezTo>
                    <a:pt x="3453" y="3572"/>
                    <a:pt x="2191" y="0"/>
                    <a:pt x="2191"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0"/>
            <p:cNvSpPr/>
            <p:nvPr/>
          </p:nvSpPr>
          <p:spPr>
            <a:xfrm>
              <a:off x="2949475" y="3172025"/>
              <a:ext cx="166400" cy="106200"/>
            </a:xfrm>
            <a:custGeom>
              <a:avLst/>
              <a:gdLst/>
              <a:ahLst/>
              <a:cxnLst/>
              <a:rect l="l" t="t" r="r" b="b"/>
              <a:pathLst>
                <a:path w="6656" h="4248" extrusionOk="0">
                  <a:moveTo>
                    <a:pt x="5148" y="0"/>
                  </a:moveTo>
                  <a:cubicBezTo>
                    <a:pt x="4054" y="0"/>
                    <a:pt x="1720" y="366"/>
                    <a:pt x="0" y="3188"/>
                  </a:cubicBezTo>
                  <a:lnTo>
                    <a:pt x="1036" y="4248"/>
                  </a:lnTo>
                  <a:cubicBezTo>
                    <a:pt x="1036" y="4248"/>
                    <a:pt x="3208" y="1678"/>
                    <a:pt x="6182" y="1678"/>
                  </a:cubicBezTo>
                  <a:cubicBezTo>
                    <a:pt x="6338" y="1678"/>
                    <a:pt x="6496" y="1685"/>
                    <a:pt x="6656" y="1700"/>
                  </a:cubicBezTo>
                  <a:lnTo>
                    <a:pt x="5763" y="45"/>
                  </a:lnTo>
                  <a:cubicBezTo>
                    <a:pt x="5763" y="45"/>
                    <a:pt x="5531" y="0"/>
                    <a:pt x="5148" y="0"/>
                  </a:cubicBezTo>
                  <a:close/>
                </a:path>
              </a:pathLst>
            </a:custGeom>
            <a:solidFill>
              <a:srgbClr val="EAC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0"/>
            <p:cNvSpPr/>
            <p:nvPr/>
          </p:nvSpPr>
          <p:spPr>
            <a:xfrm>
              <a:off x="2552975" y="2906725"/>
              <a:ext cx="575700" cy="813375"/>
            </a:xfrm>
            <a:custGeom>
              <a:avLst/>
              <a:gdLst/>
              <a:ahLst/>
              <a:cxnLst/>
              <a:rect l="l" t="t" r="r" b="b"/>
              <a:pathLst>
                <a:path w="23028" h="32535" extrusionOk="0">
                  <a:moveTo>
                    <a:pt x="21420" y="1"/>
                  </a:moveTo>
                  <a:cubicBezTo>
                    <a:pt x="17421" y="4042"/>
                    <a:pt x="13868" y="4232"/>
                    <a:pt x="10518" y="4232"/>
                  </a:cubicBezTo>
                  <a:cubicBezTo>
                    <a:pt x="10172" y="4232"/>
                    <a:pt x="9828" y="4230"/>
                    <a:pt x="9486" y="4230"/>
                  </a:cubicBezTo>
                  <a:cubicBezTo>
                    <a:pt x="8457" y="4230"/>
                    <a:pt x="7445" y="4248"/>
                    <a:pt x="6442" y="4394"/>
                  </a:cubicBezTo>
                  <a:cubicBezTo>
                    <a:pt x="1870" y="5061"/>
                    <a:pt x="1" y="5144"/>
                    <a:pt x="525" y="10228"/>
                  </a:cubicBezTo>
                  <a:cubicBezTo>
                    <a:pt x="1061" y="15324"/>
                    <a:pt x="8752" y="17789"/>
                    <a:pt x="8859" y="19968"/>
                  </a:cubicBezTo>
                  <a:cubicBezTo>
                    <a:pt x="8954" y="22135"/>
                    <a:pt x="7859" y="24825"/>
                    <a:pt x="11669" y="29850"/>
                  </a:cubicBezTo>
                  <a:cubicBezTo>
                    <a:pt x="13254" y="31926"/>
                    <a:pt x="15503" y="32534"/>
                    <a:pt x="17587" y="32534"/>
                  </a:cubicBezTo>
                  <a:cubicBezTo>
                    <a:pt x="19089" y="32534"/>
                    <a:pt x="20505" y="32219"/>
                    <a:pt x="21527" y="31910"/>
                  </a:cubicBezTo>
                  <a:cubicBezTo>
                    <a:pt x="22289" y="31695"/>
                    <a:pt x="22539" y="30743"/>
                    <a:pt x="21992" y="30159"/>
                  </a:cubicBezTo>
                  <a:cubicBezTo>
                    <a:pt x="21780" y="29948"/>
                    <a:pt x="21497" y="29831"/>
                    <a:pt x="21210" y="29831"/>
                  </a:cubicBezTo>
                  <a:cubicBezTo>
                    <a:pt x="21076" y="29831"/>
                    <a:pt x="20942" y="29857"/>
                    <a:pt x="20813" y="29909"/>
                  </a:cubicBezTo>
                  <a:cubicBezTo>
                    <a:pt x="19807" y="30302"/>
                    <a:pt x="18834" y="30486"/>
                    <a:pt x="17914" y="30486"/>
                  </a:cubicBezTo>
                  <a:cubicBezTo>
                    <a:pt x="13501" y="30486"/>
                    <a:pt x="10313" y="26236"/>
                    <a:pt x="10550" y="20265"/>
                  </a:cubicBezTo>
                  <a:cubicBezTo>
                    <a:pt x="10848" y="12776"/>
                    <a:pt x="4263" y="14872"/>
                    <a:pt x="2608" y="10002"/>
                  </a:cubicBezTo>
                  <a:cubicBezTo>
                    <a:pt x="1638" y="7141"/>
                    <a:pt x="3901" y="6932"/>
                    <a:pt x="7240" y="6932"/>
                  </a:cubicBezTo>
                  <a:cubicBezTo>
                    <a:pt x="7812" y="6932"/>
                    <a:pt x="8416" y="6938"/>
                    <a:pt x="9040" y="6938"/>
                  </a:cubicBezTo>
                  <a:cubicBezTo>
                    <a:pt x="10945" y="6938"/>
                    <a:pt x="13043" y="6881"/>
                    <a:pt x="15027" y="6418"/>
                  </a:cubicBezTo>
                  <a:cubicBezTo>
                    <a:pt x="21456" y="4918"/>
                    <a:pt x="23028" y="1180"/>
                    <a:pt x="23028" y="1180"/>
                  </a:cubicBezTo>
                  <a:lnTo>
                    <a:pt x="21420" y="1"/>
                  </a:ln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0"/>
            <p:cNvSpPr/>
            <p:nvPr/>
          </p:nvSpPr>
          <p:spPr>
            <a:xfrm>
              <a:off x="2839375" y="2949850"/>
              <a:ext cx="339900" cy="336800"/>
            </a:xfrm>
            <a:custGeom>
              <a:avLst/>
              <a:gdLst/>
              <a:ahLst/>
              <a:cxnLst/>
              <a:rect l="l" t="t" r="r" b="b"/>
              <a:pathLst>
                <a:path w="13596" h="13472" extrusionOk="0">
                  <a:moveTo>
                    <a:pt x="12148" y="1"/>
                  </a:moveTo>
                  <a:cubicBezTo>
                    <a:pt x="10661" y="1"/>
                    <a:pt x="8434" y="880"/>
                    <a:pt x="5499" y="4408"/>
                  </a:cubicBezTo>
                  <a:cubicBezTo>
                    <a:pt x="1" y="11068"/>
                    <a:pt x="5290" y="13471"/>
                    <a:pt x="6222" y="13471"/>
                  </a:cubicBezTo>
                  <a:cubicBezTo>
                    <a:pt x="6264" y="13471"/>
                    <a:pt x="6298" y="13466"/>
                    <a:pt x="6321" y="13456"/>
                  </a:cubicBezTo>
                  <a:cubicBezTo>
                    <a:pt x="6369" y="13445"/>
                    <a:pt x="6392" y="13433"/>
                    <a:pt x="6428" y="13397"/>
                  </a:cubicBezTo>
                  <a:cubicBezTo>
                    <a:pt x="6785" y="13194"/>
                    <a:pt x="6857" y="12683"/>
                    <a:pt x="6619" y="12325"/>
                  </a:cubicBezTo>
                  <a:cubicBezTo>
                    <a:pt x="5714" y="10920"/>
                    <a:pt x="2570" y="4872"/>
                    <a:pt x="12762" y="1586"/>
                  </a:cubicBezTo>
                  <a:cubicBezTo>
                    <a:pt x="12798" y="1562"/>
                    <a:pt x="12846" y="1550"/>
                    <a:pt x="12869" y="1538"/>
                  </a:cubicBezTo>
                  <a:lnTo>
                    <a:pt x="12905" y="1526"/>
                  </a:lnTo>
                  <a:cubicBezTo>
                    <a:pt x="13596" y="1181"/>
                    <a:pt x="13417" y="145"/>
                    <a:pt x="12667" y="38"/>
                  </a:cubicBezTo>
                  <a:cubicBezTo>
                    <a:pt x="12506" y="14"/>
                    <a:pt x="12333" y="1"/>
                    <a:pt x="12148" y="1"/>
                  </a:cubicBez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0"/>
            <p:cNvSpPr/>
            <p:nvPr/>
          </p:nvSpPr>
          <p:spPr>
            <a:xfrm>
              <a:off x="2744675" y="3056150"/>
              <a:ext cx="265825" cy="200300"/>
            </a:xfrm>
            <a:custGeom>
              <a:avLst/>
              <a:gdLst/>
              <a:ahLst/>
              <a:cxnLst/>
              <a:rect l="l" t="t" r="r" b="b"/>
              <a:pathLst>
                <a:path w="10633" h="8012" extrusionOk="0">
                  <a:moveTo>
                    <a:pt x="1882" y="1"/>
                  </a:moveTo>
                  <a:cubicBezTo>
                    <a:pt x="1882" y="1"/>
                    <a:pt x="1" y="2835"/>
                    <a:pt x="2775" y="6133"/>
                  </a:cubicBezTo>
                  <a:cubicBezTo>
                    <a:pt x="4012" y="7605"/>
                    <a:pt x="5718" y="8011"/>
                    <a:pt x="7225" y="8011"/>
                  </a:cubicBezTo>
                  <a:cubicBezTo>
                    <a:pt x="9080" y="8011"/>
                    <a:pt x="10633" y="7395"/>
                    <a:pt x="10633" y="7395"/>
                  </a:cubicBezTo>
                  <a:lnTo>
                    <a:pt x="10038" y="5811"/>
                  </a:lnTo>
                  <a:cubicBezTo>
                    <a:pt x="9164" y="6002"/>
                    <a:pt x="8403" y="6086"/>
                    <a:pt x="7739" y="6086"/>
                  </a:cubicBezTo>
                  <a:cubicBezTo>
                    <a:pt x="2383" y="6086"/>
                    <a:pt x="3382" y="572"/>
                    <a:pt x="3382" y="572"/>
                  </a:cubicBezTo>
                  <a:lnTo>
                    <a:pt x="1882" y="1"/>
                  </a:ln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0"/>
            <p:cNvSpPr/>
            <p:nvPr/>
          </p:nvSpPr>
          <p:spPr>
            <a:xfrm>
              <a:off x="2780000" y="2867925"/>
              <a:ext cx="317500" cy="134050"/>
            </a:xfrm>
            <a:custGeom>
              <a:avLst/>
              <a:gdLst/>
              <a:ahLst/>
              <a:cxnLst/>
              <a:rect l="l" t="t" r="r" b="b"/>
              <a:pathLst>
                <a:path w="12700" h="5362" extrusionOk="0">
                  <a:moveTo>
                    <a:pt x="5815" y="1"/>
                  </a:moveTo>
                  <a:cubicBezTo>
                    <a:pt x="4612" y="1"/>
                    <a:pt x="3431" y="437"/>
                    <a:pt x="2505" y="1672"/>
                  </a:cubicBezTo>
                  <a:cubicBezTo>
                    <a:pt x="0" y="5021"/>
                    <a:pt x="1585" y="5361"/>
                    <a:pt x="2333" y="5361"/>
                  </a:cubicBezTo>
                  <a:cubicBezTo>
                    <a:pt x="2523" y="5361"/>
                    <a:pt x="2659" y="5339"/>
                    <a:pt x="2659" y="5339"/>
                  </a:cubicBezTo>
                  <a:cubicBezTo>
                    <a:pt x="2659" y="5339"/>
                    <a:pt x="3884" y="2330"/>
                    <a:pt x="6414" y="2330"/>
                  </a:cubicBezTo>
                  <a:cubicBezTo>
                    <a:pt x="6949" y="2330"/>
                    <a:pt x="7543" y="2465"/>
                    <a:pt x="8196" y="2791"/>
                  </a:cubicBezTo>
                  <a:cubicBezTo>
                    <a:pt x="9970" y="3687"/>
                    <a:pt x="11274" y="4137"/>
                    <a:pt x="11953" y="4137"/>
                  </a:cubicBezTo>
                  <a:cubicBezTo>
                    <a:pt x="12700" y="4137"/>
                    <a:pt x="12688" y="3592"/>
                    <a:pt x="11708" y="2494"/>
                  </a:cubicBezTo>
                  <a:cubicBezTo>
                    <a:pt x="11708" y="2494"/>
                    <a:pt x="8694" y="1"/>
                    <a:pt x="5815" y="1"/>
                  </a:cubicBezTo>
                  <a:close/>
                </a:path>
              </a:pathLst>
            </a:custGeom>
            <a:solidFill>
              <a:srgbClr val="F1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0"/>
            <p:cNvSpPr/>
            <p:nvPr/>
          </p:nvSpPr>
          <p:spPr>
            <a:xfrm>
              <a:off x="2491075" y="2891875"/>
              <a:ext cx="362525" cy="576250"/>
            </a:xfrm>
            <a:custGeom>
              <a:avLst/>
              <a:gdLst/>
              <a:ahLst/>
              <a:cxnLst/>
              <a:rect l="l" t="t" r="r" b="b"/>
              <a:pathLst>
                <a:path w="14501" h="23050" extrusionOk="0">
                  <a:moveTo>
                    <a:pt x="13781" y="0"/>
                  </a:moveTo>
                  <a:cubicBezTo>
                    <a:pt x="13425" y="0"/>
                    <a:pt x="12728" y="1002"/>
                    <a:pt x="11442" y="4000"/>
                  </a:cubicBezTo>
                  <a:cubicBezTo>
                    <a:pt x="9733" y="7991"/>
                    <a:pt x="8469" y="8741"/>
                    <a:pt x="7335" y="8741"/>
                  </a:cubicBezTo>
                  <a:cubicBezTo>
                    <a:pt x="6651" y="8741"/>
                    <a:pt x="6015" y="8469"/>
                    <a:pt x="5356" y="8469"/>
                  </a:cubicBezTo>
                  <a:cubicBezTo>
                    <a:pt x="4626" y="8469"/>
                    <a:pt x="3868" y="8804"/>
                    <a:pt x="2989" y="10215"/>
                  </a:cubicBezTo>
                  <a:cubicBezTo>
                    <a:pt x="0" y="15002"/>
                    <a:pt x="1870" y="18442"/>
                    <a:pt x="4561" y="21288"/>
                  </a:cubicBezTo>
                  <a:cubicBezTo>
                    <a:pt x="5715" y="22503"/>
                    <a:pt x="7358" y="23050"/>
                    <a:pt x="8396" y="23050"/>
                  </a:cubicBezTo>
                  <a:cubicBezTo>
                    <a:pt x="9788" y="23050"/>
                    <a:pt x="10092" y="22066"/>
                    <a:pt x="6668" y="20395"/>
                  </a:cubicBezTo>
                  <a:cubicBezTo>
                    <a:pt x="1119" y="17692"/>
                    <a:pt x="3216" y="11146"/>
                    <a:pt x="6650" y="11146"/>
                  </a:cubicBezTo>
                  <a:cubicBezTo>
                    <a:pt x="6923" y="11146"/>
                    <a:pt x="7203" y="11187"/>
                    <a:pt x="7489" y="11275"/>
                  </a:cubicBezTo>
                  <a:cubicBezTo>
                    <a:pt x="7747" y="11354"/>
                    <a:pt x="7998" y="11391"/>
                    <a:pt x="8243" y="11391"/>
                  </a:cubicBezTo>
                  <a:cubicBezTo>
                    <a:pt x="11687" y="11391"/>
                    <a:pt x="13835" y="4084"/>
                    <a:pt x="13835" y="4084"/>
                  </a:cubicBezTo>
                  <a:cubicBezTo>
                    <a:pt x="13835" y="4084"/>
                    <a:pt x="14501" y="0"/>
                    <a:pt x="13781" y="0"/>
                  </a:cubicBezTo>
                  <a:close/>
                </a:path>
              </a:pathLst>
            </a:custGeom>
            <a:solidFill>
              <a:srgbClr val="F1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0"/>
            <p:cNvSpPr/>
            <p:nvPr/>
          </p:nvSpPr>
          <p:spPr>
            <a:xfrm>
              <a:off x="3338275" y="3267900"/>
              <a:ext cx="278550" cy="132725"/>
            </a:xfrm>
            <a:custGeom>
              <a:avLst/>
              <a:gdLst/>
              <a:ahLst/>
              <a:cxnLst/>
              <a:rect l="l" t="t" r="r" b="b"/>
              <a:pathLst>
                <a:path w="11142" h="5309" extrusionOk="0">
                  <a:moveTo>
                    <a:pt x="7921" y="0"/>
                  </a:moveTo>
                  <a:cubicBezTo>
                    <a:pt x="7070" y="0"/>
                    <a:pt x="6024" y="215"/>
                    <a:pt x="4760" y="818"/>
                  </a:cubicBezTo>
                  <a:cubicBezTo>
                    <a:pt x="1" y="3080"/>
                    <a:pt x="2074" y="5308"/>
                    <a:pt x="3207" y="5308"/>
                  </a:cubicBezTo>
                  <a:cubicBezTo>
                    <a:pt x="3225" y="5308"/>
                    <a:pt x="3243" y="5308"/>
                    <a:pt x="3260" y="5306"/>
                  </a:cubicBezTo>
                  <a:cubicBezTo>
                    <a:pt x="3260" y="5306"/>
                    <a:pt x="4702" y="2610"/>
                    <a:pt x="8285" y="2610"/>
                  </a:cubicBezTo>
                  <a:cubicBezTo>
                    <a:pt x="9119" y="2610"/>
                    <a:pt x="10068" y="2756"/>
                    <a:pt x="11142" y="3116"/>
                  </a:cubicBezTo>
                  <a:lnTo>
                    <a:pt x="10928" y="1318"/>
                  </a:lnTo>
                  <a:cubicBezTo>
                    <a:pt x="10928" y="1318"/>
                    <a:pt x="10027" y="0"/>
                    <a:pt x="7921" y="0"/>
                  </a:cubicBezTo>
                  <a:close/>
                </a:path>
              </a:pathLst>
            </a:custGeom>
            <a:solidFill>
              <a:srgbClr val="E7BB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0"/>
            <p:cNvSpPr/>
            <p:nvPr/>
          </p:nvSpPr>
          <p:spPr>
            <a:xfrm>
              <a:off x="3480475" y="3239175"/>
              <a:ext cx="340725" cy="294150"/>
            </a:xfrm>
            <a:custGeom>
              <a:avLst/>
              <a:gdLst/>
              <a:ahLst/>
              <a:cxnLst/>
              <a:rect l="l" t="t" r="r" b="b"/>
              <a:pathLst>
                <a:path w="13629" h="11766" extrusionOk="0">
                  <a:moveTo>
                    <a:pt x="11256" y="1"/>
                  </a:moveTo>
                  <a:cubicBezTo>
                    <a:pt x="11239" y="1"/>
                    <a:pt x="11222" y="1"/>
                    <a:pt x="11205" y="2"/>
                  </a:cubicBezTo>
                  <a:cubicBezTo>
                    <a:pt x="9788" y="74"/>
                    <a:pt x="9347" y="2241"/>
                    <a:pt x="9347" y="2241"/>
                  </a:cubicBezTo>
                  <a:cubicBezTo>
                    <a:pt x="9347" y="2241"/>
                    <a:pt x="10312" y="8229"/>
                    <a:pt x="7097" y="8968"/>
                  </a:cubicBezTo>
                  <a:cubicBezTo>
                    <a:pt x="6488" y="9109"/>
                    <a:pt x="5974" y="9174"/>
                    <a:pt x="5542" y="9174"/>
                  </a:cubicBezTo>
                  <a:cubicBezTo>
                    <a:pt x="1244" y="9174"/>
                    <a:pt x="5115" y="2741"/>
                    <a:pt x="4108" y="1324"/>
                  </a:cubicBezTo>
                  <a:cubicBezTo>
                    <a:pt x="3360" y="265"/>
                    <a:pt x="2767" y="90"/>
                    <a:pt x="2455" y="90"/>
                  </a:cubicBezTo>
                  <a:cubicBezTo>
                    <a:pt x="2300" y="90"/>
                    <a:pt x="2215" y="133"/>
                    <a:pt x="2215" y="133"/>
                  </a:cubicBezTo>
                  <a:cubicBezTo>
                    <a:pt x="2215" y="133"/>
                    <a:pt x="1" y="7241"/>
                    <a:pt x="1406" y="9408"/>
                  </a:cubicBezTo>
                  <a:cubicBezTo>
                    <a:pt x="2181" y="10584"/>
                    <a:pt x="3744" y="11766"/>
                    <a:pt x="5550" y="11766"/>
                  </a:cubicBezTo>
                  <a:cubicBezTo>
                    <a:pt x="7073" y="11766"/>
                    <a:pt x="8770" y="10924"/>
                    <a:pt x="10312" y="8527"/>
                  </a:cubicBezTo>
                  <a:cubicBezTo>
                    <a:pt x="13629" y="3352"/>
                    <a:pt x="12658" y="1"/>
                    <a:pt x="11256" y="1"/>
                  </a:cubicBezTo>
                  <a:close/>
                </a:path>
              </a:pathLst>
            </a:custGeom>
            <a:solidFill>
              <a:srgbClr val="F1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0"/>
            <p:cNvSpPr/>
            <p:nvPr/>
          </p:nvSpPr>
          <p:spPr>
            <a:xfrm>
              <a:off x="3315875" y="3588050"/>
              <a:ext cx="341150" cy="294250"/>
            </a:xfrm>
            <a:custGeom>
              <a:avLst/>
              <a:gdLst/>
              <a:ahLst/>
              <a:cxnLst/>
              <a:rect l="l" t="t" r="r" b="b"/>
              <a:pathLst>
                <a:path w="13646" h="11770" extrusionOk="0">
                  <a:moveTo>
                    <a:pt x="11249" y="0"/>
                  </a:moveTo>
                  <a:cubicBezTo>
                    <a:pt x="11234" y="0"/>
                    <a:pt x="11219" y="1"/>
                    <a:pt x="11204" y="1"/>
                  </a:cubicBezTo>
                  <a:cubicBezTo>
                    <a:pt x="9799" y="73"/>
                    <a:pt x="9347" y="2252"/>
                    <a:pt x="9347" y="2252"/>
                  </a:cubicBezTo>
                  <a:cubicBezTo>
                    <a:pt x="9347" y="2252"/>
                    <a:pt x="10311" y="8229"/>
                    <a:pt x="7097" y="8979"/>
                  </a:cubicBezTo>
                  <a:cubicBezTo>
                    <a:pt x="6488" y="9120"/>
                    <a:pt x="5974" y="9185"/>
                    <a:pt x="5543" y="9185"/>
                  </a:cubicBezTo>
                  <a:cubicBezTo>
                    <a:pt x="1246" y="9185"/>
                    <a:pt x="5125" y="2751"/>
                    <a:pt x="4108" y="1323"/>
                  </a:cubicBezTo>
                  <a:cubicBezTo>
                    <a:pt x="3349" y="264"/>
                    <a:pt x="2748" y="94"/>
                    <a:pt x="2441" y="94"/>
                  </a:cubicBezTo>
                  <a:cubicBezTo>
                    <a:pt x="2295" y="94"/>
                    <a:pt x="2215" y="132"/>
                    <a:pt x="2215" y="132"/>
                  </a:cubicBezTo>
                  <a:cubicBezTo>
                    <a:pt x="2215" y="132"/>
                    <a:pt x="1" y="7252"/>
                    <a:pt x="1417" y="9407"/>
                  </a:cubicBezTo>
                  <a:cubicBezTo>
                    <a:pt x="2192" y="10588"/>
                    <a:pt x="3753" y="11769"/>
                    <a:pt x="5555" y="11769"/>
                  </a:cubicBezTo>
                  <a:cubicBezTo>
                    <a:pt x="7078" y="11769"/>
                    <a:pt x="8774" y="10926"/>
                    <a:pt x="10311" y="8526"/>
                  </a:cubicBezTo>
                  <a:cubicBezTo>
                    <a:pt x="13646" y="3342"/>
                    <a:pt x="12655" y="0"/>
                    <a:pt x="11249"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0"/>
            <p:cNvSpPr/>
            <p:nvPr/>
          </p:nvSpPr>
          <p:spPr>
            <a:xfrm>
              <a:off x="3573900" y="3191725"/>
              <a:ext cx="775125" cy="632300"/>
            </a:xfrm>
            <a:custGeom>
              <a:avLst/>
              <a:gdLst/>
              <a:ahLst/>
              <a:cxnLst/>
              <a:rect l="l" t="t" r="r" b="b"/>
              <a:pathLst>
                <a:path w="31005" h="25292" extrusionOk="0">
                  <a:moveTo>
                    <a:pt x="15966" y="0"/>
                  </a:moveTo>
                  <a:cubicBezTo>
                    <a:pt x="14872" y="0"/>
                    <a:pt x="14163" y="121"/>
                    <a:pt x="14147" y="317"/>
                  </a:cubicBezTo>
                  <a:cubicBezTo>
                    <a:pt x="14077" y="1191"/>
                    <a:pt x="13071" y="2795"/>
                    <a:pt x="19274" y="2795"/>
                  </a:cubicBezTo>
                  <a:cubicBezTo>
                    <a:pt x="19407" y="2795"/>
                    <a:pt x="19544" y="2795"/>
                    <a:pt x="19683" y="2793"/>
                  </a:cubicBezTo>
                  <a:cubicBezTo>
                    <a:pt x="19721" y="2793"/>
                    <a:pt x="19758" y="2793"/>
                    <a:pt x="19796" y="2793"/>
                  </a:cubicBezTo>
                  <a:cubicBezTo>
                    <a:pt x="26392" y="2793"/>
                    <a:pt x="31005" y="10061"/>
                    <a:pt x="22374" y="11020"/>
                  </a:cubicBezTo>
                  <a:cubicBezTo>
                    <a:pt x="13683" y="11997"/>
                    <a:pt x="17588" y="16485"/>
                    <a:pt x="12492" y="21272"/>
                  </a:cubicBezTo>
                  <a:cubicBezTo>
                    <a:pt x="10706" y="22958"/>
                    <a:pt x="8965" y="23504"/>
                    <a:pt x="7458" y="23504"/>
                  </a:cubicBezTo>
                  <a:cubicBezTo>
                    <a:pt x="4677" y="23504"/>
                    <a:pt x="2693" y="21641"/>
                    <a:pt x="2693" y="21641"/>
                  </a:cubicBezTo>
                  <a:cubicBezTo>
                    <a:pt x="2520" y="21568"/>
                    <a:pt x="2340" y="21534"/>
                    <a:pt x="2165" y="21534"/>
                  </a:cubicBezTo>
                  <a:cubicBezTo>
                    <a:pt x="912" y="21534"/>
                    <a:pt x="1" y="23277"/>
                    <a:pt x="4872" y="24772"/>
                  </a:cubicBezTo>
                  <a:cubicBezTo>
                    <a:pt x="6030" y="25133"/>
                    <a:pt x="7126" y="25291"/>
                    <a:pt x="8150" y="25291"/>
                  </a:cubicBezTo>
                  <a:cubicBezTo>
                    <a:pt x="12023" y="25291"/>
                    <a:pt x="14877" y="23034"/>
                    <a:pt x="16242" y="20962"/>
                  </a:cubicBezTo>
                  <a:cubicBezTo>
                    <a:pt x="17957" y="18343"/>
                    <a:pt x="18719" y="14437"/>
                    <a:pt x="22600" y="13402"/>
                  </a:cubicBezTo>
                  <a:cubicBezTo>
                    <a:pt x="26482" y="12354"/>
                    <a:pt x="27994" y="13247"/>
                    <a:pt x="28363" y="6675"/>
                  </a:cubicBezTo>
                  <a:cubicBezTo>
                    <a:pt x="28651" y="1533"/>
                    <a:pt x="19865" y="0"/>
                    <a:pt x="15966"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0"/>
            <p:cNvSpPr/>
            <p:nvPr/>
          </p:nvSpPr>
          <p:spPr>
            <a:xfrm>
              <a:off x="3711475" y="2874650"/>
              <a:ext cx="606625" cy="356825"/>
            </a:xfrm>
            <a:custGeom>
              <a:avLst/>
              <a:gdLst/>
              <a:ahLst/>
              <a:cxnLst/>
              <a:rect l="l" t="t" r="r" b="b"/>
              <a:pathLst>
                <a:path w="24265" h="14273" extrusionOk="0">
                  <a:moveTo>
                    <a:pt x="11059" y="1"/>
                  </a:moveTo>
                  <a:cubicBezTo>
                    <a:pt x="9331" y="1"/>
                    <a:pt x="7288" y="480"/>
                    <a:pt x="4894" y="1641"/>
                  </a:cubicBezTo>
                  <a:cubicBezTo>
                    <a:pt x="509" y="3765"/>
                    <a:pt x="1" y="4356"/>
                    <a:pt x="793" y="4356"/>
                  </a:cubicBezTo>
                  <a:cubicBezTo>
                    <a:pt x="1786" y="4356"/>
                    <a:pt x="4822" y="3427"/>
                    <a:pt x="4822" y="3427"/>
                  </a:cubicBezTo>
                  <a:cubicBezTo>
                    <a:pt x="4822" y="3427"/>
                    <a:pt x="7278" y="2594"/>
                    <a:pt x="9991" y="2594"/>
                  </a:cubicBezTo>
                  <a:cubicBezTo>
                    <a:pt x="12959" y="2594"/>
                    <a:pt x="16234" y="3592"/>
                    <a:pt x="16931" y="7773"/>
                  </a:cubicBezTo>
                  <a:cubicBezTo>
                    <a:pt x="17883" y="13443"/>
                    <a:pt x="21160" y="14272"/>
                    <a:pt x="22995" y="14272"/>
                  </a:cubicBezTo>
                  <a:cubicBezTo>
                    <a:pt x="23753" y="14272"/>
                    <a:pt x="24265" y="14131"/>
                    <a:pt x="24265" y="14131"/>
                  </a:cubicBezTo>
                  <a:lnTo>
                    <a:pt x="23896" y="12797"/>
                  </a:lnTo>
                  <a:cubicBezTo>
                    <a:pt x="23896" y="12797"/>
                    <a:pt x="19705" y="12047"/>
                    <a:pt x="19181" y="7856"/>
                  </a:cubicBezTo>
                  <a:cubicBezTo>
                    <a:pt x="18784" y="4673"/>
                    <a:pt x="16455" y="1"/>
                    <a:pt x="11059" y="1"/>
                  </a:cubicBezTo>
                  <a:close/>
                </a:path>
              </a:pathLst>
            </a:custGeom>
            <a:solidFill>
              <a:srgbClr val="F1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0"/>
            <p:cNvSpPr/>
            <p:nvPr/>
          </p:nvSpPr>
          <p:spPr>
            <a:xfrm>
              <a:off x="3320150" y="3087000"/>
              <a:ext cx="305525" cy="134150"/>
            </a:xfrm>
            <a:custGeom>
              <a:avLst/>
              <a:gdLst/>
              <a:ahLst/>
              <a:cxnLst/>
              <a:rect l="l" t="t" r="r" b="b"/>
              <a:pathLst>
                <a:path w="12221" h="5366" extrusionOk="0">
                  <a:moveTo>
                    <a:pt x="289" y="0"/>
                  </a:moveTo>
                  <a:cubicBezTo>
                    <a:pt x="78" y="0"/>
                    <a:pt x="0" y="421"/>
                    <a:pt x="282" y="1755"/>
                  </a:cubicBezTo>
                  <a:cubicBezTo>
                    <a:pt x="1020" y="5339"/>
                    <a:pt x="4164" y="4672"/>
                    <a:pt x="6854" y="5268"/>
                  </a:cubicBezTo>
                  <a:cubicBezTo>
                    <a:pt x="7161" y="5336"/>
                    <a:pt x="7477" y="5366"/>
                    <a:pt x="7788" y="5366"/>
                  </a:cubicBezTo>
                  <a:cubicBezTo>
                    <a:pt x="10126" y="5366"/>
                    <a:pt x="12221" y="3678"/>
                    <a:pt x="8526" y="3678"/>
                  </a:cubicBezTo>
                  <a:cubicBezTo>
                    <a:pt x="8397" y="3678"/>
                    <a:pt x="8260" y="3680"/>
                    <a:pt x="8116" y="3684"/>
                  </a:cubicBezTo>
                  <a:cubicBezTo>
                    <a:pt x="7968" y="3689"/>
                    <a:pt x="7822" y="3691"/>
                    <a:pt x="7679" y="3691"/>
                  </a:cubicBezTo>
                  <a:cubicBezTo>
                    <a:pt x="3222" y="3691"/>
                    <a:pt x="1389" y="1427"/>
                    <a:pt x="1389" y="1220"/>
                  </a:cubicBezTo>
                  <a:cubicBezTo>
                    <a:pt x="1389" y="1220"/>
                    <a:pt x="647" y="0"/>
                    <a:pt x="289" y="0"/>
                  </a:cubicBezTo>
                  <a:close/>
                </a:path>
              </a:pathLst>
            </a:custGeom>
            <a:solidFill>
              <a:srgbClr val="F1D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0"/>
            <p:cNvSpPr/>
            <p:nvPr/>
          </p:nvSpPr>
          <p:spPr>
            <a:xfrm>
              <a:off x="3616650" y="3305825"/>
              <a:ext cx="426725" cy="452900"/>
            </a:xfrm>
            <a:custGeom>
              <a:avLst/>
              <a:gdLst/>
              <a:ahLst/>
              <a:cxnLst/>
              <a:rect l="l" t="t" r="r" b="b"/>
              <a:pathLst>
                <a:path w="17069" h="18116" extrusionOk="0">
                  <a:moveTo>
                    <a:pt x="8345" y="0"/>
                  </a:moveTo>
                  <a:cubicBezTo>
                    <a:pt x="7168" y="0"/>
                    <a:pt x="6334" y="709"/>
                    <a:pt x="6293" y="2492"/>
                  </a:cubicBezTo>
                  <a:cubicBezTo>
                    <a:pt x="6281" y="2956"/>
                    <a:pt x="16318" y="3242"/>
                    <a:pt x="13770" y="7659"/>
                  </a:cubicBezTo>
                  <a:cubicBezTo>
                    <a:pt x="13051" y="8912"/>
                    <a:pt x="12157" y="9285"/>
                    <a:pt x="11168" y="9285"/>
                  </a:cubicBezTo>
                  <a:cubicBezTo>
                    <a:pt x="9705" y="9285"/>
                    <a:pt x="8034" y="8468"/>
                    <a:pt x="6416" y="8468"/>
                  </a:cubicBezTo>
                  <a:cubicBezTo>
                    <a:pt x="5270" y="8468"/>
                    <a:pt x="4151" y="8878"/>
                    <a:pt x="3150" y="10278"/>
                  </a:cubicBezTo>
                  <a:cubicBezTo>
                    <a:pt x="0" y="14686"/>
                    <a:pt x="2542" y="18116"/>
                    <a:pt x="3986" y="18116"/>
                  </a:cubicBezTo>
                  <a:cubicBezTo>
                    <a:pt x="4086" y="18116"/>
                    <a:pt x="4182" y="18099"/>
                    <a:pt x="4269" y="18065"/>
                  </a:cubicBezTo>
                  <a:cubicBezTo>
                    <a:pt x="5603" y="17541"/>
                    <a:pt x="1721" y="12231"/>
                    <a:pt x="6889" y="11338"/>
                  </a:cubicBezTo>
                  <a:cubicBezTo>
                    <a:pt x="12056" y="10445"/>
                    <a:pt x="17069" y="11933"/>
                    <a:pt x="16616" y="7528"/>
                  </a:cubicBezTo>
                  <a:cubicBezTo>
                    <a:pt x="16302" y="4363"/>
                    <a:pt x="11265" y="0"/>
                    <a:pt x="8345" y="0"/>
                  </a:cubicBezTo>
                  <a:close/>
                </a:path>
              </a:pathLst>
            </a:custGeom>
            <a:solidFill>
              <a:srgbClr val="EBC0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0"/>
            <p:cNvSpPr/>
            <p:nvPr/>
          </p:nvSpPr>
          <p:spPr>
            <a:xfrm>
              <a:off x="2887450" y="2806300"/>
              <a:ext cx="563300" cy="265075"/>
            </a:xfrm>
            <a:custGeom>
              <a:avLst/>
              <a:gdLst/>
              <a:ahLst/>
              <a:cxnLst/>
              <a:rect l="l" t="t" r="r" b="b"/>
              <a:pathLst>
                <a:path w="22532" h="10603" extrusionOk="0">
                  <a:moveTo>
                    <a:pt x="7386" y="0"/>
                  </a:moveTo>
                  <a:cubicBezTo>
                    <a:pt x="3958" y="0"/>
                    <a:pt x="1549" y="2222"/>
                    <a:pt x="743" y="4601"/>
                  </a:cubicBezTo>
                  <a:cubicBezTo>
                    <a:pt x="1" y="6790"/>
                    <a:pt x="253" y="9807"/>
                    <a:pt x="851" y="9807"/>
                  </a:cubicBezTo>
                  <a:cubicBezTo>
                    <a:pt x="1212" y="9807"/>
                    <a:pt x="1700" y="8704"/>
                    <a:pt x="2171" y="5649"/>
                  </a:cubicBezTo>
                  <a:cubicBezTo>
                    <a:pt x="2568" y="3061"/>
                    <a:pt x="4038" y="2093"/>
                    <a:pt x="6015" y="2093"/>
                  </a:cubicBezTo>
                  <a:cubicBezTo>
                    <a:pt x="11878" y="2093"/>
                    <a:pt x="22198" y="10602"/>
                    <a:pt x="22198" y="10602"/>
                  </a:cubicBezTo>
                  <a:cubicBezTo>
                    <a:pt x="22198" y="10602"/>
                    <a:pt x="22531" y="9781"/>
                    <a:pt x="21995" y="8221"/>
                  </a:cubicBezTo>
                  <a:cubicBezTo>
                    <a:pt x="21614" y="7090"/>
                    <a:pt x="19328" y="5625"/>
                    <a:pt x="12911" y="1732"/>
                  </a:cubicBezTo>
                  <a:cubicBezTo>
                    <a:pt x="10880" y="503"/>
                    <a:pt x="9017" y="0"/>
                    <a:pt x="7386"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0"/>
            <p:cNvSpPr/>
            <p:nvPr/>
          </p:nvSpPr>
          <p:spPr>
            <a:xfrm>
              <a:off x="3480475" y="3239175"/>
              <a:ext cx="340725" cy="294150"/>
            </a:xfrm>
            <a:custGeom>
              <a:avLst/>
              <a:gdLst/>
              <a:ahLst/>
              <a:cxnLst/>
              <a:rect l="l" t="t" r="r" b="b"/>
              <a:pathLst>
                <a:path w="13629" h="11766" extrusionOk="0">
                  <a:moveTo>
                    <a:pt x="11256" y="1"/>
                  </a:moveTo>
                  <a:cubicBezTo>
                    <a:pt x="11239" y="1"/>
                    <a:pt x="11222" y="1"/>
                    <a:pt x="11205" y="2"/>
                  </a:cubicBezTo>
                  <a:cubicBezTo>
                    <a:pt x="9788" y="74"/>
                    <a:pt x="9347" y="2241"/>
                    <a:pt x="9347" y="2241"/>
                  </a:cubicBezTo>
                  <a:cubicBezTo>
                    <a:pt x="9347" y="2241"/>
                    <a:pt x="10312" y="8229"/>
                    <a:pt x="7097" y="8968"/>
                  </a:cubicBezTo>
                  <a:cubicBezTo>
                    <a:pt x="6488" y="9109"/>
                    <a:pt x="5974" y="9174"/>
                    <a:pt x="5542" y="9174"/>
                  </a:cubicBezTo>
                  <a:cubicBezTo>
                    <a:pt x="1244" y="9174"/>
                    <a:pt x="5115" y="2741"/>
                    <a:pt x="4108" y="1324"/>
                  </a:cubicBezTo>
                  <a:cubicBezTo>
                    <a:pt x="3360" y="265"/>
                    <a:pt x="2767" y="90"/>
                    <a:pt x="2455" y="90"/>
                  </a:cubicBezTo>
                  <a:cubicBezTo>
                    <a:pt x="2300" y="90"/>
                    <a:pt x="2215" y="133"/>
                    <a:pt x="2215" y="133"/>
                  </a:cubicBezTo>
                  <a:cubicBezTo>
                    <a:pt x="2215" y="133"/>
                    <a:pt x="1" y="7241"/>
                    <a:pt x="1406" y="9408"/>
                  </a:cubicBezTo>
                  <a:cubicBezTo>
                    <a:pt x="2181" y="10584"/>
                    <a:pt x="3744" y="11766"/>
                    <a:pt x="5550" y="11766"/>
                  </a:cubicBezTo>
                  <a:cubicBezTo>
                    <a:pt x="7073" y="11766"/>
                    <a:pt x="8770" y="10924"/>
                    <a:pt x="10312" y="8527"/>
                  </a:cubicBezTo>
                  <a:cubicBezTo>
                    <a:pt x="13629" y="3352"/>
                    <a:pt x="12658" y="1"/>
                    <a:pt x="11256" y="1"/>
                  </a:cubicBezTo>
                  <a:close/>
                </a:path>
              </a:pathLst>
            </a:custGeom>
            <a:solidFill>
              <a:srgbClr val="F1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0"/>
            <p:cNvSpPr/>
            <p:nvPr/>
          </p:nvSpPr>
          <p:spPr>
            <a:xfrm>
              <a:off x="2853325" y="3405275"/>
              <a:ext cx="570625" cy="492325"/>
            </a:xfrm>
            <a:custGeom>
              <a:avLst/>
              <a:gdLst/>
              <a:ahLst/>
              <a:cxnLst/>
              <a:rect l="l" t="t" r="r" b="b"/>
              <a:pathLst>
                <a:path w="22825" h="19693" extrusionOk="0">
                  <a:moveTo>
                    <a:pt x="10671" y="1"/>
                  </a:moveTo>
                  <a:cubicBezTo>
                    <a:pt x="4656" y="1"/>
                    <a:pt x="717" y="4968"/>
                    <a:pt x="143" y="8193"/>
                  </a:cubicBezTo>
                  <a:cubicBezTo>
                    <a:pt x="0" y="8896"/>
                    <a:pt x="107" y="9670"/>
                    <a:pt x="393" y="10479"/>
                  </a:cubicBezTo>
                  <a:cubicBezTo>
                    <a:pt x="774" y="11610"/>
                    <a:pt x="1477" y="12837"/>
                    <a:pt x="2310" y="13992"/>
                  </a:cubicBezTo>
                  <a:cubicBezTo>
                    <a:pt x="2382" y="14099"/>
                    <a:pt x="2441" y="14206"/>
                    <a:pt x="2524" y="14289"/>
                  </a:cubicBezTo>
                  <a:cubicBezTo>
                    <a:pt x="2548" y="14337"/>
                    <a:pt x="2596" y="14385"/>
                    <a:pt x="2620" y="14432"/>
                  </a:cubicBezTo>
                  <a:cubicBezTo>
                    <a:pt x="2667" y="14468"/>
                    <a:pt x="2703" y="14516"/>
                    <a:pt x="2727" y="14563"/>
                  </a:cubicBezTo>
                  <a:cubicBezTo>
                    <a:pt x="2786" y="14635"/>
                    <a:pt x="2834" y="14706"/>
                    <a:pt x="2894" y="14789"/>
                  </a:cubicBezTo>
                  <a:cubicBezTo>
                    <a:pt x="4132" y="16433"/>
                    <a:pt x="4846" y="17028"/>
                    <a:pt x="5168" y="17242"/>
                  </a:cubicBezTo>
                  <a:cubicBezTo>
                    <a:pt x="5334" y="17349"/>
                    <a:pt x="5406" y="17361"/>
                    <a:pt x="5406" y="17361"/>
                  </a:cubicBezTo>
                  <a:cubicBezTo>
                    <a:pt x="5477" y="17433"/>
                    <a:pt x="5584" y="17504"/>
                    <a:pt x="5680" y="17564"/>
                  </a:cubicBezTo>
                  <a:cubicBezTo>
                    <a:pt x="6132" y="17897"/>
                    <a:pt x="6692" y="18195"/>
                    <a:pt x="7311" y="18433"/>
                  </a:cubicBezTo>
                  <a:cubicBezTo>
                    <a:pt x="9546" y="19306"/>
                    <a:pt x="12619" y="19692"/>
                    <a:pt x="14643" y="19692"/>
                  </a:cubicBezTo>
                  <a:cubicBezTo>
                    <a:pt x="15573" y="19692"/>
                    <a:pt x="16282" y="19610"/>
                    <a:pt x="16586" y="19457"/>
                  </a:cubicBezTo>
                  <a:cubicBezTo>
                    <a:pt x="17050" y="19230"/>
                    <a:pt x="19396" y="18290"/>
                    <a:pt x="20705" y="15778"/>
                  </a:cubicBezTo>
                  <a:cubicBezTo>
                    <a:pt x="21408" y="14444"/>
                    <a:pt x="22003" y="12908"/>
                    <a:pt x="22265" y="11337"/>
                  </a:cubicBezTo>
                  <a:cubicBezTo>
                    <a:pt x="22825" y="8122"/>
                    <a:pt x="22003" y="4681"/>
                    <a:pt x="17895" y="2205"/>
                  </a:cubicBezTo>
                  <a:cubicBezTo>
                    <a:pt x="15990" y="1073"/>
                    <a:pt x="14204" y="419"/>
                    <a:pt x="12538" y="157"/>
                  </a:cubicBezTo>
                  <a:cubicBezTo>
                    <a:pt x="11896" y="51"/>
                    <a:pt x="11273" y="1"/>
                    <a:pt x="10671" y="1"/>
                  </a:cubicBezTo>
                  <a:close/>
                </a:path>
              </a:pathLst>
            </a:custGeom>
            <a:solidFill>
              <a:srgbClr val="E66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0"/>
            <p:cNvSpPr/>
            <p:nvPr/>
          </p:nvSpPr>
          <p:spPr>
            <a:xfrm>
              <a:off x="2863450" y="3459300"/>
              <a:ext cx="546500" cy="458525"/>
            </a:xfrm>
            <a:custGeom>
              <a:avLst/>
              <a:gdLst/>
              <a:ahLst/>
              <a:cxnLst/>
              <a:rect l="l" t="t" r="r" b="b"/>
              <a:pathLst>
                <a:path w="21860" h="18341" extrusionOk="0">
                  <a:moveTo>
                    <a:pt x="11052" y="0"/>
                  </a:moveTo>
                  <a:cubicBezTo>
                    <a:pt x="4175" y="0"/>
                    <a:pt x="1078" y="5699"/>
                    <a:pt x="0" y="8318"/>
                  </a:cubicBezTo>
                  <a:cubicBezTo>
                    <a:pt x="381" y="9449"/>
                    <a:pt x="1084" y="10676"/>
                    <a:pt x="1917" y="11831"/>
                  </a:cubicBezTo>
                  <a:cubicBezTo>
                    <a:pt x="1988" y="11938"/>
                    <a:pt x="2048" y="12045"/>
                    <a:pt x="2131" y="12128"/>
                  </a:cubicBezTo>
                  <a:cubicBezTo>
                    <a:pt x="2155" y="12176"/>
                    <a:pt x="2203" y="12224"/>
                    <a:pt x="2227" y="12259"/>
                  </a:cubicBezTo>
                  <a:cubicBezTo>
                    <a:pt x="2262" y="12307"/>
                    <a:pt x="2310" y="12355"/>
                    <a:pt x="2334" y="12402"/>
                  </a:cubicBezTo>
                  <a:cubicBezTo>
                    <a:pt x="2393" y="12474"/>
                    <a:pt x="2441" y="12545"/>
                    <a:pt x="2500" y="12617"/>
                  </a:cubicBezTo>
                  <a:cubicBezTo>
                    <a:pt x="2620" y="12771"/>
                    <a:pt x="2727" y="12902"/>
                    <a:pt x="2822" y="13033"/>
                  </a:cubicBezTo>
                  <a:cubicBezTo>
                    <a:pt x="4358" y="14914"/>
                    <a:pt x="5251" y="15272"/>
                    <a:pt x="5429" y="15331"/>
                  </a:cubicBezTo>
                  <a:cubicBezTo>
                    <a:pt x="5453" y="15343"/>
                    <a:pt x="5465" y="15343"/>
                    <a:pt x="5465" y="15343"/>
                  </a:cubicBezTo>
                  <a:cubicBezTo>
                    <a:pt x="5846" y="15676"/>
                    <a:pt x="6358" y="15986"/>
                    <a:pt x="6918" y="16272"/>
                  </a:cubicBezTo>
                  <a:cubicBezTo>
                    <a:pt x="9518" y="17546"/>
                    <a:pt x="13654" y="18341"/>
                    <a:pt x="15746" y="18341"/>
                  </a:cubicBezTo>
                  <a:cubicBezTo>
                    <a:pt x="16097" y="18341"/>
                    <a:pt x="16390" y="18318"/>
                    <a:pt x="16609" y="18272"/>
                  </a:cubicBezTo>
                  <a:cubicBezTo>
                    <a:pt x="16645" y="18272"/>
                    <a:pt x="16669" y="18272"/>
                    <a:pt x="16705" y="18260"/>
                  </a:cubicBezTo>
                  <a:cubicBezTo>
                    <a:pt x="16776" y="18248"/>
                    <a:pt x="16836" y="18236"/>
                    <a:pt x="16883" y="18201"/>
                  </a:cubicBezTo>
                  <a:cubicBezTo>
                    <a:pt x="17336" y="17962"/>
                    <a:pt x="18991" y="16129"/>
                    <a:pt x="20300" y="13617"/>
                  </a:cubicBezTo>
                  <a:cubicBezTo>
                    <a:pt x="21003" y="12283"/>
                    <a:pt x="21598" y="10747"/>
                    <a:pt x="21860" y="9176"/>
                  </a:cubicBezTo>
                  <a:cubicBezTo>
                    <a:pt x="21003" y="6044"/>
                    <a:pt x="19645" y="758"/>
                    <a:pt x="12311" y="55"/>
                  </a:cubicBezTo>
                  <a:cubicBezTo>
                    <a:pt x="12252" y="55"/>
                    <a:pt x="12192" y="44"/>
                    <a:pt x="12109" y="44"/>
                  </a:cubicBezTo>
                  <a:cubicBezTo>
                    <a:pt x="11747" y="14"/>
                    <a:pt x="11395" y="0"/>
                    <a:pt x="11052" y="0"/>
                  </a:cubicBezTo>
                  <a:close/>
                </a:path>
              </a:pathLst>
            </a:custGeom>
            <a:solidFill>
              <a:srgbClr val="EDA2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0"/>
            <p:cNvSpPr/>
            <p:nvPr/>
          </p:nvSpPr>
          <p:spPr>
            <a:xfrm>
              <a:off x="2911075" y="3580025"/>
              <a:ext cx="459600" cy="338525"/>
            </a:xfrm>
            <a:custGeom>
              <a:avLst/>
              <a:gdLst/>
              <a:ahLst/>
              <a:cxnLst/>
              <a:rect l="l" t="t" r="r" b="b"/>
              <a:pathLst>
                <a:path w="18384" h="13541" extrusionOk="0">
                  <a:moveTo>
                    <a:pt x="7989" y="1"/>
                  </a:moveTo>
                  <a:cubicBezTo>
                    <a:pt x="3834" y="1"/>
                    <a:pt x="1119" y="4620"/>
                    <a:pt x="0" y="7002"/>
                  </a:cubicBezTo>
                  <a:cubicBezTo>
                    <a:pt x="72" y="7109"/>
                    <a:pt x="131" y="7216"/>
                    <a:pt x="203" y="7299"/>
                  </a:cubicBezTo>
                  <a:cubicBezTo>
                    <a:pt x="238" y="7347"/>
                    <a:pt x="286" y="7395"/>
                    <a:pt x="310" y="7442"/>
                  </a:cubicBezTo>
                  <a:cubicBezTo>
                    <a:pt x="357" y="7478"/>
                    <a:pt x="381" y="7526"/>
                    <a:pt x="417" y="7573"/>
                  </a:cubicBezTo>
                  <a:cubicBezTo>
                    <a:pt x="476" y="7645"/>
                    <a:pt x="524" y="7716"/>
                    <a:pt x="584" y="7799"/>
                  </a:cubicBezTo>
                  <a:cubicBezTo>
                    <a:pt x="703" y="7942"/>
                    <a:pt x="798" y="8073"/>
                    <a:pt x="905" y="8216"/>
                  </a:cubicBezTo>
                  <a:cubicBezTo>
                    <a:pt x="1727" y="9228"/>
                    <a:pt x="2381" y="9859"/>
                    <a:pt x="2858" y="10252"/>
                  </a:cubicBezTo>
                  <a:cubicBezTo>
                    <a:pt x="3036" y="10395"/>
                    <a:pt x="3203" y="10514"/>
                    <a:pt x="3322" y="10597"/>
                  </a:cubicBezTo>
                  <a:cubicBezTo>
                    <a:pt x="3560" y="10776"/>
                    <a:pt x="3691" y="10812"/>
                    <a:pt x="3691" y="10812"/>
                  </a:cubicBezTo>
                  <a:cubicBezTo>
                    <a:pt x="5774" y="12579"/>
                    <a:pt x="11012" y="13541"/>
                    <a:pt x="13614" y="13541"/>
                  </a:cubicBezTo>
                  <a:cubicBezTo>
                    <a:pt x="14061" y="13541"/>
                    <a:pt x="14430" y="13513"/>
                    <a:pt x="14692" y="13455"/>
                  </a:cubicBezTo>
                  <a:cubicBezTo>
                    <a:pt x="14716" y="13455"/>
                    <a:pt x="14752" y="13455"/>
                    <a:pt x="14776" y="13431"/>
                  </a:cubicBezTo>
                  <a:cubicBezTo>
                    <a:pt x="14859" y="13419"/>
                    <a:pt x="14919" y="13407"/>
                    <a:pt x="14954" y="13372"/>
                  </a:cubicBezTo>
                  <a:cubicBezTo>
                    <a:pt x="15419" y="13133"/>
                    <a:pt x="17074" y="11312"/>
                    <a:pt x="18383" y="8788"/>
                  </a:cubicBezTo>
                  <a:cubicBezTo>
                    <a:pt x="18014" y="7776"/>
                    <a:pt x="17979" y="6466"/>
                    <a:pt x="17562" y="5382"/>
                  </a:cubicBezTo>
                  <a:cubicBezTo>
                    <a:pt x="16026" y="1453"/>
                    <a:pt x="14192" y="310"/>
                    <a:pt x="10192" y="60"/>
                  </a:cubicBezTo>
                  <a:cubicBezTo>
                    <a:pt x="9525" y="13"/>
                    <a:pt x="8799" y="1"/>
                    <a:pt x="7989" y="1"/>
                  </a:cubicBezTo>
                  <a:close/>
                </a:path>
              </a:pathLst>
            </a:custGeom>
            <a:solidFill>
              <a:srgbClr val="E66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0"/>
            <p:cNvSpPr/>
            <p:nvPr/>
          </p:nvSpPr>
          <p:spPr>
            <a:xfrm>
              <a:off x="2853925" y="3405275"/>
              <a:ext cx="318500" cy="439700"/>
            </a:xfrm>
            <a:custGeom>
              <a:avLst/>
              <a:gdLst/>
              <a:ahLst/>
              <a:cxnLst/>
              <a:rect l="l" t="t" r="r" b="b"/>
              <a:pathLst>
                <a:path w="12740" h="17588" extrusionOk="0">
                  <a:moveTo>
                    <a:pt x="10662" y="1"/>
                  </a:moveTo>
                  <a:cubicBezTo>
                    <a:pt x="4655" y="1"/>
                    <a:pt x="716" y="4968"/>
                    <a:pt x="131" y="8193"/>
                  </a:cubicBezTo>
                  <a:cubicBezTo>
                    <a:pt x="0" y="8896"/>
                    <a:pt x="95" y="9670"/>
                    <a:pt x="381" y="10479"/>
                  </a:cubicBezTo>
                  <a:cubicBezTo>
                    <a:pt x="774" y="11610"/>
                    <a:pt x="1465" y="12837"/>
                    <a:pt x="2298" y="13992"/>
                  </a:cubicBezTo>
                  <a:cubicBezTo>
                    <a:pt x="2381" y="14099"/>
                    <a:pt x="2441" y="14206"/>
                    <a:pt x="2512" y="14289"/>
                  </a:cubicBezTo>
                  <a:cubicBezTo>
                    <a:pt x="2536" y="14337"/>
                    <a:pt x="2584" y="14385"/>
                    <a:pt x="2620" y="14432"/>
                  </a:cubicBezTo>
                  <a:cubicBezTo>
                    <a:pt x="2655" y="14468"/>
                    <a:pt x="2691" y="14516"/>
                    <a:pt x="2715" y="14563"/>
                  </a:cubicBezTo>
                  <a:cubicBezTo>
                    <a:pt x="2774" y="14635"/>
                    <a:pt x="2822" y="14706"/>
                    <a:pt x="2881" y="14789"/>
                  </a:cubicBezTo>
                  <a:cubicBezTo>
                    <a:pt x="4120" y="16433"/>
                    <a:pt x="4834" y="17028"/>
                    <a:pt x="5156" y="17242"/>
                  </a:cubicBezTo>
                  <a:cubicBezTo>
                    <a:pt x="5334" y="17385"/>
                    <a:pt x="5501" y="17504"/>
                    <a:pt x="5620" y="17587"/>
                  </a:cubicBezTo>
                  <a:cubicBezTo>
                    <a:pt x="5632" y="17587"/>
                    <a:pt x="5656" y="17587"/>
                    <a:pt x="5668" y="17564"/>
                  </a:cubicBezTo>
                  <a:cubicBezTo>
                    <a:pt x="5715" y="17540"/>
                    <a:pt x="5751" y="17528"/>
                    <a:pt x="5798" y="17492"/>
                  </a:cubicBezTo>
                  <a:cubicBezTo>
                    <a:pt x="10251" y="15278"/>
                    <a:pt x="11930" y="10979"/>
                    <a:pt x="12478" y="7050"/>
                  </a:cubicBezTo>
                  <a:cubicBezTo>
                    <a:pt x="12716" y="5288"/>
                    <a:pt x="12740" y="3610"/>
                    <a:pt x="12704" y="2240"/>
                  </a:cubicBezTo>
                  <a:cubicBezTo>
                    <a:pt x="12656" y="1419"/>
                    <a:pt x="12597" y="716"/>
                    <a:pt x="12526" y="157"/>
                  </a:cubicBezTo>
                  <a:cubicBezTo>
                    <a:pt x="11885" y="51"/>
                    <a:pt x="11263" y="1"/>
                    <a:pt x="10662" y="1"/>
                  </a:cubicBezTo>
                  <a:close/>
                </a:path>
              </a:pathLst>
            </a:custGeom>
            <a:solidFill>
              <a:srgbClr val="D54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0"/>
            <p:cNvSpPr/>
            <p:nvPr/>
          </p:nvSpPr>
          <p:spPr>
            <a:xfrm>
              <a:off x="2542275" y="3227825"/>
              <a:ext cx="593850" cy="541075"/>
            </a:xfrm>
            <a:custGeom>
              <a:avLst/>
              <a:gdLst/>
              <a:ahLst/>
              <a:cxnLst/>
              <a:rect l="l" t="t" r="r" b="b"/>
              <a:pathLst>
                <a:path w="23754" h="21643" extrusionOk="0">
                  <a:moveTo>
                    <a:pt x="12153" y="0"/>
                  </a:moveTo>
                  <a:cubicBezTo>
                    <a:pt x="6921" y="0"/>
                    <a:pt x="1984" y="3375"/>
                    <a:pt x="774" y="7505"/>
                  </a:cubicBezTo>
                  <a:cubicBezTo>
                    <a:pt x="0" y="10196"/>
                    <a:pt x="441" y="12208"/>
                    <a:pt x="1310" y="13660"/>
                  </a:cubicBezTo>
                  <a:cubicBezTo>
                    <a:pt x="2465" y="15565"/>
                    <a:pt x="4370" y="16542"/>
                    <a:pt x="5382" y="16875"/>
                  </a:cubicBezTo>
                  <a:cubicBezTo>
                    <a:pt x="7180" y="17470"/>
                    <a:pt x="9573" y="20471"/>
                    <a:pt x="11168" y="20471"/>
                  </a:cubicBezTo>
                  <a:cubicBezTo>
                    <a:pt x="12764" y="20471"/>
                    <a:pt x="16348" y="21471"/>
                    <a:pt x="16348" y="21471"/>
                  </a:cubicBezTo>
                  <a:cubicBezTo>
                    <a:pt x="16594" y="21587"/>
                    <a:pt x="16849" y="21643"/>
                    <a:pt x="17109" y="21643"/>
                  </a:cubicBezTo>
                  <a:cubicBezTo>
                    <a:pt x="19459" y="21643"/>
                    <a:pt x="22262" y="17135"/>
                    <a:pt x="23098" y="12184"/>
                  </a:cubicBezTo>
                  <a:cubicBezTo>
                    <a:pt x="23753" y="8326"/>
                    <a:pt x="22622" y="5290"/>
                    <a:pt x="19741" y="2814"/>
                  </a:cubicBezTo>
                  <a:cubicBezTo>
                    <a:pt x="17419" y="831"/>
                    <a:pt x="14750" y="0"/>
                    <a:pt x="12153" y="0"/>
                  </a:cubicBezTo>
                  <a:close/>
                </a:path>
              </a:pathLst>
            </a:custGeom>
            <a:solidFill>
              <a:srgbClr val="E66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0"/>
            <p:cNvSpPr/>
            <p:nvPr/>
          </p:nvSpPr>
          <p:spPr>
            <a:xfrm>
              <a:off x="2575000" y="3355125"/>
              <a:ext cx="544750" cy="472450"/>
            </a:xfrm>
            <a:custGeom>
              <a:avLst/>
              <a:gdLst/>
              <a:ahLst/>
              <a:cxnLst/>
              <a:rect l="l" t="t" r="r" b="b"/>
              <a:pathLst>
                <a:path w="21790" h="18898" extrusionOk="0">
                  <a:moveTo>
                    <a:pt x="10615" y="0"/>
                  </a:moveTo>
                  <a:cubicBezTo>
                    <a:pt x="10367" y="0"/>
                    <a:pt x="10116" y="7"/>
                    <a:pt x="9859" y="20"/>
                  </a:cubicBezTo>
                  <a:cubicBezTo>
                    <a:pt x="3918" y="317"/>
                    <a:pt x="1073" y="5782"/>
                    <a:pt x="1" y="8580"/>
                  </a:cubicBezTo>
                  <a:cubicBezTo>
                    <a:pt x="1144" y="10473"/>
                    <a:pt x="2501" y="12747"/>
                    <a:pt x="3513" y="13081"/>
                  </a:cubicBezTo>
                  <a:cubicBezTo>
                    <a:pt x="5323" y="13676"/>
                    <a:pt x="7169" y="16676"/>
                    <a:pt x="8752" y="16676"/>
                  </a:cubicBezTo>
                  <a:cubicBezTo>
                    <a:pt x="10348" y="16676"/>
                    <a:pt x="14443" y="18772"/>
                    <a:pt x="14443" y="18772"/>
                  </a:cubicBezTo>
                  <a:cubicBezTo>
                    <a:pt x="14620" y="18857"/>
                    <a:pt x="14805" y="18898"/>
                    <a:pt x="14997" y="18898"/>
                  </a:cubicBezTo>
                  <a:cubicBezTo>
                    <a:pt x="17453" y="18898"/>
                    <a:pt x="20928" y="12195"/>
                    <a:pt x="21789" y="7092"/>
                  </a:cubicBezTo>
                  <a:cubicBezTo>
                    <a:pt x="20153" y="3887"/>
                    <a:pt x="16756" y="0"/>
                    <a:pt x="10615" y="0"/>
                  </a:cubicBezTo>
                  <a:close/>
                </a:path>
              </a:pathLst>
            </a:custGeom>
            <a:solidFill>
              <a:srgbClr val="EDA2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0"/>
            <p:cNvSpPr/>
            <p:nvPr/>
          </p:nvSpPr>
          <p:spPr>
            <a:xfrm>
              <a:off x="2705425" y="3502400"/>
              <a:ext cx="260425" cy="162100"/>
            </a:xfrm>
            <a:custGeom>
              <a:avLst/>
              <a:gdLst/>
              <a:ahLst/>
              <a:cxnLst/>
              <a:rect l="l" t="t" r="r" b="b"/>
              <a:pathLst>
                <a:path w="10417" h="6484" extrusionOk="0">
                  <a:moveTo>
                    <a:pt x="3647" y="0"/>
                  </a:moveTo>
                  <a:cubicBezTo>
                    <a:pt x="2640" y="0"/>
                    <a:pt x="1162" y="324"/>
                    <a:pt x="654" y="2106"/>
                  </a:cubicBezTo>
                  <a:cubicBezTo>
                    <a:pt x="0" y="4364"/>
                    <a:pt x="2877" y="6484"/>
                    <a:pt x="5582" y="6484"/>
                  </a:cubicBezTo>
                  <a:cubicBezTo>
                    <a:pt x="6228" y="6484"/>
                    <a:pt x="6864" y="6363"/>
                    <a:pt x="7440" y="6094"/>
                  </a:cubicBezTo>
                  <a:cubicBezTo>
                    <a:pt x="10417" y="4713"/>
                    <a:pt x="9631" y="1106"/>
                    <a:pt x="4642" y="105"/>
                  </a:cubicBezTo>
                  <a:cubicBezTo>
                    <a:pt x="4642" y="105"/>
                    <a:pt x="4222" y="0"/>
                    <a:pt x="3647" y="0"/>
                  </a:cubicBezTo>
                  <a:close/>
                </a:path>
              </a:pathLst>
            </a:custGeom>
            <a:solidFill>
              <a:srgbClr val="E66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0"/>
            <p:cNvSpPr/>
            <p:nvPr/>
          </p:nvSpPr>
          <p:spPr>
            <a:xfrm>
              <a:off x="2389875" y="2542700"/>
              <a:ext cx="2104750" cy="1401400"/>
            </a:xfrm>
            <a:custGeom>
              <a:avLst/>
              <a:gdLst/>
              <a:ahLst/>
              <a:cxnLst/>
              <a:rect l="l" t="t" r="r" b="b"/>
              <a:pathLst>
                <a:path w="84190" h="56056" extrusionOk="0">
                  <a:moveTo>
                    <a:pt x="42101" y="4370"/>
                  </a:moveTo>
                  <a:cubicBezTo>
                    <a:pt x="63365" y="4370"/>
                    <a:pt x="80606" y="15395"/>
                    <a:pt x="80606" y="29016"/>
                  </a:cubicBezTo>
                  <a:cubicBezTo>
                    <a:pt x="80606" y="42637"/>
                    <a:pt x="63365" y="53662"/>
                    <a:pt x="42101" y="53662"/>
                  </a:cubicBezTo>
                  <a:cubicBezTo>
                    <a:pt x="20836" y="53662"/>
                    <a:pt x="3596" y="42637"/>
                    <a:pt x="3596" y="29016"/>
                  </a:cubicBezTo>
                  <a:cubicBezTo>
                    <a:pt x="3596" y="15419"/>
                    <a:pt x="20836" y="4370"/>
                    <a:pt x="42101" y="4370"/>
                  </a:cubicBezTo>
                  <a:close/>
                  <a:moveTo>
                    <a:pt x="42101" y="1"/>
                  </a:moveTo>
                  <a:cubicBezTo>
                    <a:pt x="18860" y="1"/>
                    <a:pt x="0" y="12538"/>
                    <a:pt x="0" y="28016"/>
                  </a:cubicBezTo>
                  <a:cubicBezTo>
                    <a:pt x="0" y="43494"/>
                    <a:pt x="18836" y="56055"/>
                    <a:pt x="42101" y="56055"/>
                  </a:cubicBezTo>
                  <a:cubicBezTo>
                    <a:pt x="65354" y="56055"/>
                    <a:pt x="84189" y="43518"/>
                    <a:pt x="84189" y="28016"/>
                  </a:cubicBezTo>
                  <a:cubicBezTo>
                    <a:pt x="84189" y="12538"/>
                    <a:pt x="65354" y="1"/>
                    <a:pt x="42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0"/>
            <p:cNvSpPr/>
            <p:nvPr/>
          </p:nvSpPr>
          <p:spPr>
            <a:xfrm>
              <a:off x="3207525" y="2492800"/>
              <a:ext cx="308575" cy="509050"/>
            </a:xfrm>
            <a:custGeom>
              <a:avLst/>
              <a:gdLst/>
              <a:ahLst/>
              <a:cxnLst/>
              <a:rect l="l" t="t" r="r" b="b"/>
              <a:pathLst>
                <a:path w="12343" h="20362" extrusionOk="0">
                  <a:moveTo>
                    <a:pt x="3109" y="0"/>
                  </a:moveTo>
                  <a:cubicBezTo>
                    <a:pt x="2305" y="0"/>
                    <a:pt x="1688" y="8"/>
                    <a:pt x="1406" y="8"/>
                  </a:cubicBezTo>
                  <a:cubicBezTo>
                    <a:pt x="1" y="8"/>
                    <a:pt x="596" y="18963"/>
                    <a:pt x="596" y="18963"/>
                  </a:cubicBezTo>
                  <a:cubicBezTo>
                    <a:pt x="596" y="19975"/>
                    <a:pt x="2644" y="20308"/>
                    <a:pt x="4978" y="20356"/>
                  </a:cubicBezTo>
                  <a:cubicBezTo>
                    <a:pt x="5171" y="20360"/>
                    <a:pt x="5366" y="20361"/>
                    <a:pt x="5562" y="20361"/>
                  </a:cubicBezTo>
                  <a:cubicBezTo>
                    <a:pt x="8623" y="20361"/>
                    <a:pt x="11967" y="19951"/>
                    <a:pt x="11967" y="19951"/>
                  </a:cubicBezTo>
                  <a:cubicBezTo>
                    <a:pt x="11967" y="19951"/>
                    <a:pt x="11967" y="3580"/>
                    <a:pt x="12169" y="1497"/>
                  </a:cubicBezTo>
                  <a:cubicBezTo>
                    <a:pt x="12181" y="1461"/>
                    <a:pt x="12181" y="1425"/>
                    <a:pt x="12181" y="1401"/>
                  </a:cubicBezTo>
                  <a:cubicBezTo>
                    <a:pt x="12342" y="129"/>
                    <a:pt x="6277" y="0"/>
                    <a:pt x="31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0"/>
            <p:cNvSpPr/>
            <p:nvPr/>
          </p:nvSpPr>
          <p:spPr>
            <a:xfrm>
              <a:off x="3330750" y="2530200"/>
              <a:ext cx="181300" cy="471650"/>
            </a:xfrm>
            <a:custGeom>
              <a:avLst/>
              <a:gdLst/>
              <a:ahLst/>
              <a:cxnLst/>
              <a:rect l="l" t="t" r="r" b="b"/>
              <a:pathLst>
                <a:path w="7252" h="18866" extrusionOk="0">
                  <a:moveTo>
                    <a:pt x="7252" y="1"/>
                  </a:moveTo>
                  <a:cubicBezTo>
                    <a:pt x="5121" y="1"/>
                    <a:pt x="906" y="108"/>
                    <a:pt x="477" y="703"/>
                  </a:cubicBezTo>
                  <a:cubicBezTo>
                    <a:pt x="1" y="1334"/>
                    <a:pt x="37" y="13657"/>
                    <a:pt x="60" y="18860"/>
                  </a:cubicBezTo>
                  <a:cubicBezTo>
                    <a:pt x="253" y="18864"/>
                    <a:pt x="449" y="18865"/>
                    <a:pt x="645" y="18865"/>
                  </a:cubicBezTo>
                  <a:cubicBezTo>
                    <a:pt x="3707" y="18865"/>
                    <a:pt x="7061" y="18455"/>
                    <a:pt x="7061" y="18455"/>
                  </a:cubicBezTo>
                  <a:cubicBezTo>
                    <a:pt x="7061" y="18455"/>
                    <a:pt x="7061" y="2084"/>
                    <a:pt x="7252" y="1"/>
                  </a:cubicBezTo>
                  <a:close/>
                </a:path>
              </a:pathLst>
            </a:custGeom>
            <a:solidFill>
              <a:srgbClr val="404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0"/>
            <p:cNvSpPr/>
            <p:nvPr/>
          </p:nvSpPr>
          <p:spPr>
            <a:xfrm>
              <a:off x="3264975" y="2525150"/>
              <a:ext cx="13125" cy="474300"/>
            </a:xfrm>
            <a:custGeom>
              <a:avLst/>
              <a:gdLst/>
              <a:ahLst/>
              <a:cxnLst/>
              <a:rect l="l" t="t" r="r" b="b"/>
              <a:pathLst>
                <a:path w="525" h="18972" extrusionOk="0">
                  <a:moveTo>
                    <a:pt x="227" y="0"/>
                  </a:moveTo>
                  <a:cubicBezTo>
                    <a:pt x="108" y="0"/>
                    <a:pt x="1" y="226"/>
                    <a:pt x="1" y="500"/>
                  </a:cubicBezTo>
                  <a:lnTo>
                    <a:pt x="1" y="18467"/>
                  </a:lnTo>
                  <a:cubicBezTo>
                    <a:pt x="1" y="18586"/>
                    <a:pt x="13" y="18705"/>
                    <a:pt x="60" y="18776"/>
                  </a:cubicBezTo>
                  <a:cubicBezTo>
                    <a:pt x="107" y="18912"/>
                    <a:pt x="168" y="18972"/>
                    <a:pt x="228" y="18972"/>
                  </a:cubicBezTo>
                  <a:cubicBezTo>
                    <a:pt x="337" y="18972"/>
                    <a:pt x="441" y="18774"/>
                    <a:pt x="441" y="18467"/>
                  </a:cubicBezTo>
                  <a:lnTo>
                    <a:pt x="525" y="500"/>
                  </a:lnTo>
                  <a:cubicBezTo>
                    <a:pt x="525" y="226"/>
                    <a:pt x="417" y="0"/>
                    <a:pt x="298" y="0"/>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0"/>
            <p:cNvSpPr/>
            <p:nvPr/>
          </p:nvSpPr>
          <p:spPr>
            <a:xfrm>
              <a:off x="3337000" y="2522750"/>
              <a:ext cx="13125" cy="474500"/>
            </a:xfrm>
            <a:custGeom>
              <a:avLst/>
              <a:gdLst/>
              <a:ahLst/>
              <a:cxnLst/>
              <a:rect l="l" t="t" r="r" b="b"/>
              <a:pathLst>
                <a:path w="525" h="18980" extrusionOk="0">
                  <a:moveTo>
                    <a:pt x="227" y="1"/>
                  </a:moveTo>
                  <a:cubicBezTo>
                    <a:pt x="108" y="1"/>
                    <a:pt x="1" y="227"/>
                    <a:pt x="1" y="513"/>
                  </a:cubicBezTo>
                  <a:lnTo>
                    <a:pt x="1" y="18479"/>
                  </a:lnTo>
                  <a:cubicBezTo>
                    <a:pt x="1" y="18598"/>
                    <a:pt x="25" y="18694"/>
                    <a:pt x="61" y="18789"/>
                  </a:cubicBezTo>
                  <a:cubicBezTo>
                    <a:pt x="111" y="18920"/>
                    <a:pt x="176" y="18979"/>
                    <a:pt x="238" y="18979"/>
                  </a:cubicBezTo>
                  <a:cubicBezTo>
                    <a:pt x="350" y="18979"/>
                    <a:pt x="453" y="18786"/>
                    <a:pt x="453" y="18479"/>
                  </a:cubicBezTo>
                  <a:lnTo>
                    <a:pt x="525" y="513"/>
                  </a:lnTo>
                  <a:cubicBezTo>
                    <a:pt x="525" y="227"/>
                    <a:pt x="418" y="1"/>
                    <a:pt x="299"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0"/>
            <p:cNvSpPr/>
            <p:nvPr/>
          </p:nvSpPr>
          <p:spPr>
            <a:xfrm>
              <a:off x="4199025" y="2303675"/>
              <a:ext cx="192300" cy="777800"/>
            </a:xfrm>
            <a:custGeom>
              <a:avLst/>
              <a:gdLst/>
              <a:ahLst/>
              <a:cxnLst/>
              <a:rect l="l" t="t" r="r" b="b"/>
              <a:pathLst>
                <a:path w="7692" h="31112" extrusionOk="0">
                  <a:moveTo>
                    <a:pt x="7394" y="1"/>
                  </a:moveTo>
                  <a:lnTo>
                    <a:pt x="5501" y="72"/>
                  </a:lnTo>
                  <a:cubicBezTo>
                    <a:pt x="6537" y="20837"/>
                    <a:pt x="0" y="30219"/>
                    <a:pt x="0" y="30219"/>
                  </a:cubicBezTo>
                  <a:lnTo>
                    <a:pt x="1108" y="31112"/>
                  </a:lnTo>
                  <a:cubicBezTo>
                    <a:pt x="7692" y="23218"/>
                    <a:pt x="7394" y="1"/>
                    <a:pt x="7394" y="1"/>
                  </a:cubicBezTo>
                  <a:close/>
                </a:path>
              </a:pathLst>
            </a:custGeom>
            <a:solidFill>
              <a:srgbClr val="E8C6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0"/>
            <p:cNvSpPr/>
            <p:nvPr/>
          </p:nvSpPr>
          <p:spPr>
            <a:xfrm>
              <a:off x="3644500" y="3573875"/>
              <a:ext cx="436675" cy="188525"/>
            </a:xfrm>
            <a:custGeom>
              <a:avLst/>
              <a:gdLst/>
              <a:ahLst/>
              <a:cxnLst/>
              <a:rect l="l" t="t" r="r" b="b"/>
              <a:pathLst>
                <a:path w="17467" h="7541" extrusionOk="0">
                  <a:moveTo>
                    <a:pt x="11054" y="0"/>
                  </a:moveTo>
                  <a:cubicBezTo>
                    <a:pt x="6351" y="0"/>
                    <a:pt x="298" y="687"/>
                    <a:pt x="298" y="687"/>
                  </a:cubicBezTo>
                  <a:cubicBezTo>
                    <a:pt x="298" y="687"/>
                    <a:pt x="0" y="2723"/>
                    <a:pt x="381" y="2866"/>
                  </a:cubicBezTo>
                  <a:cubicBezTo>
                    <a:pt x="762" y="2985"/>
                    <a:pt x="762" y="3116"/>
                    <a:pt x="715" y="3485"/>
                  </a:cubicBezTo>
                  <a:cubicBezTo>
                    <a:pt x="670" y="3832"/>
                    <a:pt x="751" y="4675"/>
                    <a:pt x="1454" y="4675"/>
                  </a:cubicBezTo>
                  <a:cubicBezTo>
                    <a:pt x="1499" y="4675"/>
                    <a:pt x="1546" y="4671"/>
                    <a:pt x="1596" y="4664"/>
                  </a:cubicBezTo>
                  <a:lnTo>
                    <a:pt x="1596" y="4664"/>
                  </a:lnTo>
                  <a:cubicBezTo>
                    <a:pt x="1596" y="4664"/>
                    <a:pt x="1557" y="5743"/>
                    <a:pt x="2459" y="5743"/>
                  </a:cubicBezTo>
                  <a:cubicBezTo>
                    <a:pt x="2560" y="5743"/>
                    <a:pt x="2673" y="5730"/>
                    <a:pt x="2798" y="5700"/>
                  </a:cubicBezTo>
                  <a:cubicBezTo>
                    <a:pt x="2798" y="5700"/>
                    <a:pt x="3065" y="6721"/>
                    <a:pt x="4025" y="6721"/>
                  </a:cubicBezTo>
                  <a:cubicBezTo>
                    <a:pt x="4265" y="6721"/>
                    <a:pt x="4548" y="6657"/>
                    <a:pt x="4882" y="6498"/>
                  </a:cubicBezTo>
                  <a:cubicBezTo>
                    <a:pt x="4882" y="6498"/>
                    <a:pt x="5385" y="7422"/>
                    <a:pt x="6237" y="7422"/>
                  </a:cubicBezTo>
                  <a:cubicBezTo>
                    <a:pt x="6512" y="7422"/>
                    <a:pt x="6824" y="7325"/>
                    <a:pt x="7168" y="7069"/>
                  </a:cubicBezTo>
                  <a:cubicBezTo>
                    <a:pt x="7168" y="7069"/>
                    <a:pt x="7754" y="7541"/>
                    <a:pt x="8599" y="7541"/>
                  </a:cubicBezTo>
                  <a:cubicBezTo>
                    <a:pt x="8971" y="7541"/>
                    <a:pt x="9392" y="7450"/>
                    <a:pt x="9835" y="7188"/>
                  </a:cubicBezTo>
                  <a:cubicBezTo>
                    <a:pt x="9835" y="7188"/>
                    <a:pt x="10169" y="7275"/>
                    <a:pt x="10580" y="7275"/>
                  </a:cubicBezTo>
                  <a:cubicBezTo>
                    <a:pt x="11030" y="7275"/>
                    <a:pt x="11572" y="7171"/>
                    <a:pt x="11871" y="6736"/>
                  </a:cubicBezTo>
                  <a:cubicBezTo>
                    <a:pt x="11871" y="6736"/>
                    <a:pt x="12085" y="6797"/>
                    <a:pt x="12366" y="6797"/>
                  </a:cubicBezTo>
                  <a:cubicBezTo>
                    <a:pt x="12729" y="6797"/>
                    <a:pt x="13204" y="6694"/>
                    <a:pt x="13466" y="6224"/>
                  </a:cubicBezTo>
                  <a:cubicBezTo>
                    <a:pt x="13466" y="6224"/>
                    <a:pt x="13493" y="6226"/>
                    <a:pt x="13540" y="6226"/>
                  </a:cubicBezTo>
                  <a:cubicBezTo>
                    <a:pt x="13871" y="6226"/>
                    <a:pt x="15206" y="6134"/>
                    <a:pt x="15383" y="4676"/>
                  </a:cubicBezTo>
                  <a:cubicBezTo>
                    <a:pt x="15383" y="4676"/>
                    <a:pt x="16359" y="4378"/>
                    <a:pt x="16181" y="3295"/>
                  </a:cubicBezTo>
                  <a:cubicBezTo>
                    <a:pt x="16181" y="3295"/>
                    <a:pt x="17467" y="2961"/>
                    <a:pt x="16431" y="961"/>
                  </a:cubicBezTo>
                  <a:cubicBezTo>
                    <a:pt x="16055" y="231"/>
                    <a:pt x="13782" y="0"/>
                    <a:pt x="11054" y="0"/>
                  </a:cubicBezTo>
                  <a:close/>
                </a:path>
              </a:pathLst>
            </a:custGeom>
            <a:solidFill>
              <a:srgbClr val="DAC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0"/>
            <p:cNvSpPr/>
            <p:nvPr/>
          </p:nvSpPr>
          <p:spPr>
            <a:xfrm>
              <a:off x="3639125" y="3467975"/>
              <a:ext cx="432825" cy="253300"/>
            </a:xfrm>
            <a:custGeom>
              <a:avLst/>
              <a:gdLst/>
              <a:ahLst/>
              <a:cxnLst/>
              <a:rect l="l" t="t" r="r" b="b"/>
              <a:pathLst>
                <a:path w="17313" h="10132" extrusionOk="0">
                  <a:moveTo>
                    <a:pt x="8633" y="1"/>
                  </a:moveTo>
                  <a:cubicBezTo>
                    <a:pt x="7953" y="1"/>
                    <a:pt x="7383" y="554"/>
                    <a:pt x="7383" y="554"/>
                  </a:cubicBezTo>
                  <a:cubicBezTo>
                    <a:pt x="7059" y="362"/>
                    <a:pt x="6763" y="290"/>
                    <a:pt x="6503" y="290"/>
                  </a:cubicBezTo>
                  <a:cubicBezTo>
                    <a:pt x="5730" y="290"/>
                    <a:pt x="5263" y="923"/>
                    <a:pt x="5263" y="923"/>
                  </a:cubicBezTo>
                  <a:cubicBezTo>
                    <a:pt x="4985" y="838"/>
                    <a:pt x="4744" y="802"/>
                    <a:pt x="4534" y="802"/>
                  </a:cubicBezTo>
                  <a:cubicBezTo>
                    <a:pt x="3426" y="802"/>
                    <a:pt x="3216" y="1804"/>
                    <a:pt x="3216" y="1804"/>
                  </a:cubicBezTo>
                  <a:cubicBezTo>
                    <a:pt x="3084" y="1770"/>
                    <a:pt x="2963" y="1755"/>
                    <a:pt x="2853" y="1755"/>
                  </a:cubicBezTo>
                  <a:cubicBezTo>
                    <a:pt x="1879" y="1755"/>
                    <a:pt x="1668" y="2935"/>
                    <a:pt x="1668" y="2935"/>
                  </a:cubicBezTo>
                  <a:cubicBezTo>
                    <a:pt x="287" y="3376"/>
                    <a:pt x="1001" y="4340"/>
                    <a:pt x="1001" y="4340"/>
                  </a:cubicBezTo>
                  <a:cubicBezTo>
                    <a:pt x="1" y="5090"/>
                    <a:pt x="930" y="5638"/>
                    <a:pt x="894" y="5650"/>
                  </a:cubicBezTo>
                  <a:cubicBezTo>
                    <a:pt x="513" y="6947"/>
                    <a:pt x="1644" y="7114"/>
                    <a:pt x="1644" y="7114"/>
                  </a:cubicBezTo>
                  <a:cubicBezTo>
                    <a:pt x="1750" y="8261"/>
                    <a:pt x="2730" y="8370"/>
                    <a:pt x="3099" y="8370"/>
                  </a:cubicBezTo>
                  <a:cubicBezTo>
                    <a:pt x="3186" y="8370"/>
                    <a:pt x="3239" y="8364"/>
                    <a:pt x="3239" y="8364"/>
                  </a:cubicBezTo>
                  <a:cubicBezTo>
                    <a:pt x="3346" y="9190"/>
                    <a:pt x="4040" y="9356"/>
                    <a:pt x="4581" y="9356"/>
                  </a:cubicBezTo>
                  <a:cubicBezTo>
                    <a:pt x="4945" y="9356"/>
                    <a:pt x="5240" y="9281"/>
                    <a:pt x="5240" y="9281"/>
                  </a:cubicBezTo>
                  <a:cubicBezTo>
                    <a:pt x="5543" y="9728"/>
                    <a:pt x="6010" y="9852"/>
                    <a:pt x="6434" y="9852"/>
                  </a:cubicBezTo>
                  <a:cubicBezTo>
                    <a:pt x="6959" y="9852"/>
                    <a:pt x="7418" y="9662"/>
                    <a:pt x="7418" y="9662"/>
                  </a:cubicBezTo>
                  <a:cubicBezTo>
                    <a:pt x="7845" y="10015"/>
                    <a:pt x="8271" y="10132"/>
                    <a:pt x="8648" y="10132"/>
                  </a:cubicBezTo>
                  <a:cubicBezTo>
                    <a:pt x="9376" y="10132"/>
                    <a:pt x="9919" y="9698"/>
                    <a:pt x="9919" y="9698"/>
                  </a:cubicBezTo>
                  <a:cubicBezTo>
                    <a:pt x="10210" y="9891"/>
                    <a:pt x="10496" y="9964"/>
                    <a:pt x="10764" y="9964"/>
                  </a:cubicBezTo>
                  <a:cubicBezTo>
                    <a:pt x="11602" y="9964"/>
                    <a:pt x="12252" y="9245"/>
                    <a:pt x="12252" y="9245"/>
                  </a:cubicBezTo>
                  <a:cubicBezTo>
                    <a:pt x="12501" y="9334"/>
                    <a:pt x="12721" y="9372"/>
                    <a:pt x="12915" y="9372"/>
                  </a:cubicBezTo>
                  <a:cubicBezTo>
                    <a:pt x="13968" y="9372"/>
                    <a:pt x="14265" y="8269"/>
                    <a:pt x="14265" y="8269"/>
                  </a:cubicBezTo>
                  <a:cubicBezTo>
                    <a:pt x="14415" y="8303"/>
                    <a:pt x="14550" y="8318"/>
                    <a:pt x="14670" y="8318"/>
                  </a:cubicBezTo>
                  <a:cubicBezTo>
                    <a:pt x="15722" y="8318"/>
                    <a:pt x="15646" y="7138"/>
                    <a:pt x="15646" y="7138"/>
                  </a:cubicBezTo>
                  <a:cubicBezTo>
                    <a:pt x="17146" y="6983"/>
                    <a:pt x="16479" y="5852"/>
                    <a:pt x="16479" y="5852"/>
                  </a:cubicBezTo>
                  <a:cubicBezTo>
                    <a:pt x="17313" y="5257"/>
                    <a:pt x="16479" y="4507"/>
                    <a:pt x="16479" y="4507"/>
                  </a:cubicBezTo>
                  <a:cubicBezTo>
                    <a:pt x="17110" y="3126"/>
                    <a:pt x="15646" y="2959"/>
                    <a:pt x="15646" y="2959"/>
                  </a:cubicBezTo>
                  <a:cubicBezTo>
                    <a:pt x="15812" y="1709"/>
                    <a:pt x="14145" y="1661"/>
                    <a:pt x="14145" y="1661"/>
                  </a:cubicBezTo>
                  <a:cubicBezTo>
                    <a:pt x="13871" y="1040"/>
                    <a:pt x="13280" y="900"/>
                    <a:pt x="12804" y="900"/>
                  </a:cubicBezTo>
                  <a:cubicBezTo>
                    <a:pt x="12412" y="900"/>
                    <a:pt x="12098" y="994"/>
                    <a:pt x="12098" y="994"/>
                  </a:cubicBezTo>
                  <a:cubicBezTo>
                    <a:pt x="11775" y="411"/>
                    <a:pt x="11209" y="255"/>
                    <a:pt x="10697" y="255"/>
                  </a:cubicBezTo>
                  <a:cubicBezTo>
                    <a:pt x="10112" y="255"/>
                    <a:pt x="9597" y="459"/>
                    <a:pt x="9597" y="459"/>
                  </a:cubicBezTo>
                  <a:cubicBezTo>
                    <a:pt x="9282" y="117"/>
                    <a:pt x="8946" y="1"/>
                    <a:pt x="8633" y="1"/>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0"/>
            <p:cNvSpPr/>
            <p:nvPr/>
          </p:nvSpPr>
          <p:spPr>
            <a:xfrm>
              <a:off x="3686450" y="3505100"/>
              <a:ext cx="315550" cy="174275"/>
            </a:xfrm>
            <a:custGeom>
              <a:avLst/>
              <a:gdLst/>
              <a:ahLst/>
              <a:cxnLst/>
              <a:rect l="l" t="t" r="r" b="b"/>
              <a:pathLst>
                <a:path w="12622" h="6971" extrusionOk="0">
                  <a:moveTo>
                    <a:pt x="7414" y="0"/>
                  </a:moveTo>
                  <a:cubicBezTo>
                    <a:pt x="6100" y="0"/>
                    <a:pt x="4707" y="304"/>
                    <a:pt x="3680" y="700"/>
                  </a:cubicBezTo>
                  <a:cubicBezTo>
                    <a:pt x="1180" y="1652"/>
                    <a:pt x="1" y="5117"/>
                    <a:pt x="4597" y="6582"/>
                  </a:cubicBezTo>
                  <a:cubicBezTo>
                    <a:pt x="5459" y="6859"/>
                    <a:pt x="6283" y="6971"/>
                    <a:pt x="7053" y="6971"/>
                  </a:cubicBezTo>
                  <a:cubicBezTo>
                    <a:pt x="9793" y="6971"/>
                    <a:pt x="11849" y="5548"/>
                    <a:pt x="12491" y="5046"/>
                  </a:cubicBezTo>
                  <a:cubicBezTo>
                    <a:pt x="12610" y="4939"/>
                    <a:pt x="12622" y="4772"/>
                    <a:pt x="12514" y="4677"/>
                  </a:cubicBezTo>
                  <a:lnTo>
                    <a:pt x="12324" y="4462"/>
                  </a:lnTo>
                  <a:cubicBezTo>
                    <a:pt x="12272" y="4410"/>
                    <a:pt x="12206" y="4382"/>
                    <a:pt x="12138" y="4382"/>
                  </a:cubicBezTo>
                  <a:cubicBezTo>
                    <a:pt x="12097" y="4382"/>
                    <a:pt x="12055" y="4392"/>
                    <a:pt x="12014" y="4415"/>
                  </a:cubicBezTo>
                  <a:cubicBezTo>
                    <a:pt x="9958" y="5593"/>
                    <a:pt x="8213" y="5995"/>
                    <a:pt x="6785" y="5995"/>
                  </a:cubicBezTo>
                  <a:cubicBezTo>
                    <a:pt x="6122" y="5995"/>
                    <a:pt x="5527" y="5908"/>
                    <a:pt x="5002" y="5772"/>
                  </a:cubicBezTo>
                  <a:cubicBezTo>
                    <a:pt x="1501" y="4867"/>
                    <a:pt x="2358" y="2248"/>
                    <a:pt x="3799" y="1402"/>
                  </a:cubicBezTo>
                  <a:cubicBezTo>
                    <a:pt x="4670" y="891"/>
                    <a:pt x="5815" y="664"/>
                    <a:pt x="6917" y="664"/>
                  </a:cubicBezTo>
                  <a:cubicBezTo>
                    <a:pt x="8766" y="664"/>
                    <a:pt x="10493" y="1305"/>
                    <a:pt x="10597" y="2319"/>
                  </a:cubicBezTo>
                  <a:cubicBezTo>
                    <a:pt x="10754" y="3839"/>
                    <a:pt x="9158" y="4450"/>
                    <a:pt x="7726" y="4450"/>
                  </a:cubicBezTo>
                  <a:cubicBezTo>
                    <a:pt x="6645" y="4450"/>
                    <a:pt x="5657" y="4102"/>
                    <a:pt x="5585" y="3534"/>
                  </a:cubicBezTo>
                  <a:cubicBezTo>
                    <a:pt x="5454" y="2486"/>
                    <a:pt x="6347" y="2188"/>
                    <a:pt x="6776" y="2093"/>
                  </a:cubicBezTo>
                  <a:cubicBezTo>
                    <a:pt x="6907" y="2069"/>
                    <a:pt x="7002" y="1962"/>
                    <a:pt x="6978" y="1831"/>
                  </a:cubicBezTo>
                  <a:cubicBezTo>
                    <a:pt x="6967" y="1712"/>
                    <a:pt x="6878" y="1613"/>
                    <a:pt x="6764" y="1613"/>
                  </a:cubicBezTo>
                  <a:cubicBezTo>
                    <a:pt x="6753" y="1613"/>
                    <a:pt x="6740" y="1614"/>
                    <a:pt x="6728" y="1617"/>
                  </a:cubicBezTo>
                  <a:cubicBezTo>
                    <a:pt x="6133" y="1641"/>
                    <a:pt x="4644" y="1831"/>
                    <a:pt x="4752" y="3462"/>
                  </a:cubicBezTo>
                  <a:cubicBezTo>
                    <a:pt x="4812" y="4406"/>
                    <a:pt x="6288" y="4947"/>
                    <a:pt x="7821" y="4947"/>
                  </a:cubicBezTo>
                  <a:cubicBezTo>
                    <a:pt x="9616" y="4947"/>
                    <a:pt x="11489" y="4206"/>
                    <a:pt x="11264" y="2498"/>
                  </a:cubicBezTo>
                  <a:cubicBezTo>
                    <a:pt x="11019" y="625"/>
                    <a:pt x="9298" y="0"/>
                    <a:pt x="7414" y="0"/>
                  </a:cubicBezTo>
                  <a:close/>
                </a:path>
              </a:pathLst>
            </a:custGeom>
            <a:solidFill>
              <a:srgbClr val="CF70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0"/>
            <p:cNvSpPr/>
            <p:nvPr/>
          </p:nvSpPr>
          <p:spPr>
            <a:xfrm>
              <a:off x="3424825" y="3643825"/>
              <a:ext cx="437275" cy="188525"/>
            </a:xfrm>
            <a:custGeom>
              <a:avLst/>
              <a:gdLst/>
              <a:ahLst/>
              <a:cxnLst/>
              <a:rect l="l" t="t" r="r" b="b"/>
              <a:pathLst>
                <a:path w="17491" h="7541" extrusionOk="0">
                  <a:moveTo>
                    <a:pt x="11061" y="0"/>
                  </a:moveTo>
                  <a:cubicBezTo>
                    <a:pt x="6351" y="0"/>
                    <a:pt x="298" y="687"/>
                    <a:pt x="298" y="687"/>
                  </a:cubicBezTo>
                  <a:cubicBezTo>
                    <a:pt x="298" y="687"/>
                    <a:pt x="0" y="2723"/>
                    <a:pt x="393" y="2866"/>
                  </a:cubicBezTo>
                  <a:cubicBezTo>
                    <a:pt x="762" y="2985"/>
                    <a:pt x="762" y="3116"/>
                    <a:pt x="715" y="3485"/>
                  </a:cubicBezTo>
                  <a:cubicBezTo>
                    <a:pt x="681" y="3832"/>
                    <a:pt x="753" y="4675"/>
                    <a:pt x="1455" y="4675"/>
                  </a:cubicBezTo>
                  <a:cubicBezTo>
                    <a:pt x="1499" y="4675"/>
                    <a:pt x="1546" y="4671"/>
                    <a:pt x="1596" y="4664"/>
                  </a:cubicBezTo>
                  <a:lnTo>
                    <a:pt x="1596" y="4664"/>
                  </a:lnTo>
                  <a:cubicBezTo>
                    <a:pt x="1596" y="4664"/>
                    <a:pt x="1557" y="5743"/>
                    <a:pt x="2460" y="5743"/>
                  </a:cubicBezTo>
                  <a:cubicBezTo>
                    <a:pt x="2560" y="5743"/>
                    <a:pt x="2673" y="5730"/>
                    <a:pt x="2798" y="5700"/>
                  </a:cubicBezTo>
                  <a:cubicBezTo>
                    <a:pt x="2798" y="5700"/>
                    <a:pt x="3065" y="6721"/>
                    <a:pt x="4025" y="6721"/>
                  </a:cubicBezTo>
                  <a:cubicBezTo>
                    <a:pt x="4265" y="6721"/>
                    <a:pt x="4549" y="6657"/>
                    <a:pt x="4882" y="6498"/>
                  </a:cubicBezTo>
                  <a:cubicBezTo>
                    <a:pt x="4882" y="6498"/>
                    <a:pt x="5385" y="7422"/>
                    <a:pt x="6242" y="7422"/>
                  </a:cubicBezTo>
                  <a:cubicBezTo>
                    <a:pt x="6519" y="7422"/>
                    <a:pt x="6833" y="7325"/>
                    <a:pt x="7180" y="7069"/>
                  </a:cubicBezTo>
                  <a:cubicBezTo>
                    <a:pt x="7180" y="7069"/>
                    <a:pt x="7761" y="7541"/>
                    <a:pt x="8610" y="7541"/>
                  </a:cubicBezTo>
                  <a:cubicBezTo>
                    <a:pt x="8983" y="7541"/>
                    <a:pt x="9408" y="7450"/>
                    <a:pt x="9859" y="7188"/>
                  </a:cubicBezTo>
                  <a:cubicBezTo>
                    <a:pt x="9859" y="7188"/>
                    <a:pt x="10179" y="7270"/>
                    <a:pt x="10579" y="7270"/>
                  </a:cubicBezTo>
                  <a:cubicBezTo>
                    <a:pt x="11031" y="7270"/>
                    <a:pt x="11585" y="7166"/>
                    <a:pt x="11895" y="6724"/>
                  </a:cubicBezTo>
                  <a:cubicBezTo>
                    <a:pt x="11895" y="6724"/>
                    <a:pt x="12118" y="6790"/>
                    <a:pt x="12407" y="6790"/>
                  </a:cubicBezTo>
                  <a:cubicBezTo>
                    <a:pt x="12768" y="6790"/>
                    <a:pt x="13232" y="6687"/>
                    <a:pt x="13490" y="6224"/>
                  </a:cubicBezTo>
                  <a:cubicBezTo>
                    <a:pt x="13490" y="6224"/>
                    <a:pt x="13517" y="6226"/>
                    <a:pt x="13564" y="6226"/>
                  </a:cubicBezTo>
                  <a:cubicBezTo>
                    <a:pt x="13895" y="6226"/>
                    <a:pt x="15230" y="6134"/>
                    <a:pt x="15407" y="4676"/>
                  </a:cubicBezTo>
                  <a:cubicBezTo>
                    <a:pt x="15407" y="4676"/>
                    <a:pt x="16371" y="4378"/>
                    <a:pt x="16193" y="3295"/>
                  </a:cubicBezTo>
                  <a:cubicBezTo>
                    <a:pt x="16193" y="3295"/>
                    <a:pt x="17491" y="2961"/>
                    <a:pt x="16455" y="961"/>
                  </a:cubicBezTo>
                  <a:cubicBezTo>
                    <a:pt x="16070" y="231"/>
                    <a:pt x="13791" y="0"/>
                    <a:pt x="11061" y="0"/>
                  </a:cubicBezTo>
                  <a:close/>
                </a:path>
              </a:pathLst>
            </a:custGeom>
            <a:solidFill>
              <a:srgbClr val="DAC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0"/>
            <p:cNvSpPr/>
            <p:nvPr/>
          </p:nvSpPr>
          <p:spPr>
            <a:xfrm>
              <a:off x="3419750" y="3537550"/>
              <a:ext cx="432825" cy="253300"/>
            </a:xfrm>
            <a:custGeom>
              <a:avLst/>
              <a:gdLst/>
              <a:ahLst/>
              <a:cxnLst/>
              <a:rect l="l" t="t" r="r" b="b"/>
              <a:pathLst>
                <a:path w="17313" h="10132" extrusionOk="0">
                  <a:moveTo>
                    <a:pt x="8622" y="1"/>
                  </a:moveTo>
                  <a:cubicBezTo>
                    <a:pt x="7944" y="1"/>
                    <a:pt x="7383" y="545"/>
                    <a:pt x="7383" y="545"/>
                  </a:cubicBezTo>
                  <a:cubicBezTo>
                    <a:pt x="7060" y="358"/>
                    <a:pt x="6765" y="288"/>
                    <a:pt x="6505" y="288"/>
                  </a:cubicBezTo>
                  <a:cubicBezTo>
                    <a:pt x="5722" y="288"/>
                    <a:pt x="5252" y="926"/>
                    <a:pt x="5252" y="926"/>
                  </a:cubicBezTo>
                  <a:cubicBezTo>
                    <a:pt x="4973" y="840"/>
                    <a:pt x="4732" y="804"/>
                    <a:pt x="4523" y="804"/>
                  </a:cubicBezTo>
                  <a:cubicBezTo>
                    <a:pt x="3426" y="804"/>
                    <a:pt x="3216" y="1795"/>
                    <a:pt x="3216" y="1795"/>
                  </a:cubicBezTo>
                  <a:cubicBezTo>
                    <a:pt x="3086" y="1763"/>
                    <a:pt x="2967" y="1749"/>
                    <a:pt x="2858" y="1749"/>
                  </a:cubicBezTo>
                  <a:cubicBezTo>
                    <a:pt x="1870" y="1749"/>
                    <a:pt x="1668" y="2926"/>
                    <a:pt x="1668" y="2926"/>
                  </a:cubicBezTo>
                  <a:cubicBezTo>
                    <a:pt x="287" y="3379"/>
                    <a:pt x="1001" y="4343"/>
                    <a:pt x="1001" y="4343"/>
                  </a:cubicBezTo>
                  <a:cubicBezTo>
                    <a:pt x="1" y="5105"/>
                    <a:pt x="918" y="5641"/>
                    <a:pt x="894" y="5653"/>
                  </a:cubicBezTo>
                  <a:cubicBezTo>
                    <a:pt x="501" y="6951"/>
                    <a:pt x="1632" y="7117"/>
                    <a:pt x="1632" y="7117"/>
                  </a:cubicBezTo>
                  <a:cubicBezTo>
                    <a:pt x="1749" y="8268"/>
                    <a:pt x="2746" y="8372"/>
                    <a:pt x="3102" y="8372"/>
                  </a:cubicBezTo>
                  <a:cubicBezTo>
                    <a:pt x="3180" y="8372"/>
                    <a:pt x="3228" y="8367"/>
                    <a:pt x="3228" y="8367"/>
                  </a:cubicBezTo>
                  <a:cubicBezTo>
                    <a:pt x="3334" y="9193"/>
                    <a:pt x="4033" y="9359"/>
                    <a:pt x="4577" y="9359"/>
                  </a:cubicBezTo>
                  <a:cubicBezTo>
                    <a:pt x="4943" y="9359"/>
                    <a:pt x="5240" y="9284"/>
                    <a:pt x="5240" y="9284"/>
                  </a:cubicBezTo>
                  <a:cubicBezTo>
                    <a:pt x="5534" y="9726"/>
                    <a:pt x="5992" y="9850"/>
                    <a:pt x="6411" y="9850"/>
                  </a:cubicBezTo>
                  <a:cubicBezTo>
                    <a:pt x="6940" y="9850"/>
                    <a:pt x="7407" y="9653"/>
                    <a:pt x="7407" y="9653"/>
                  </a:cubicBezTo>
                  <a:cubicBezTo>
                    <a:pt x="7836" y="10013"/>
                    <a:pt x="8266" y="10132"/>
                    <a:pt x="8645" y="10132"/>
                  </a:cubicBezTo>
                  <a:cubicBezTo>
                    <a:pt x="9369" y="10132"/>
                    <a:pt x="9907" y="9701"/>
                    <a:pt x="9907" y="9701"/>
                  </a:cubicBezTo>
                  <a:cubicBezTo>
                    <a:pt x="10197" y="9889"/>
                    <a:pt x="10483" y="9960"/>
                    <a:pt x="10750" y="9960"/>
                  </a:cubicBezTo>
                  <a:cubicBezTo>
                    <a:pt x="11598" y="9960"/>
                    <a:pt x="12252" y="9237"/>
                    <a:pt x="12252" y="9237"/>
                  </a:cubicBezTo>
                  <a:cubicBezTo>
                    <a:pt x="12504" y="9329"/>
                    <a:pt x="12725" y="9368"/>
                    <a:pt x="12921" y="9368"/>
                  </a:cubicBezTo>
                  <a:cubicBezTo>
                    <a:pt x="13958" y="9368"/>
                    <a:pt x="14253" y="8272"/>
                    <a:pt x="14253" y="8272"/>
                  </a:cubicBezTo>
                  <a:cubicBezTo>
                    <a:pt x="14404" y="8306"/>
                    <a:pt x="14538" y="8321"/>
                    <a:pt x="14658" y="8321"/>
                  </a:cubicBezTo>
                  <a:cubicBezTo>
                    <a:pt x="15713" y="8321"/>
                    <a:pt x="15646" y="7141"/>
                    <a:pt x="15646" y="7141"/>
                  </a:cubicBezTo>
                  <a:cubicBezTo>
                    <a:pt x="17146" y="6974"/>
                    <a:pt x="16479" y="5843"/>
                    <a:pt x="16479" y="5843"/>
                  </a:cubicBezTo>
                  <a:cubicBezTo>
                    <a:pt x="17313" y="5248"/>
                    <a:pt x="16479" y="4510"/>
                    <a:pt x="16479" y="4510"/>
                  </a:cubicBezTo>
                  <a:cubicBezTo>
                    <a:pt x="17098" y="3129"/>
                    <a:pt x="15646" y="2962"/>
                    <a:pt x="15646" y="2962"/>
                  </a:cubicBezTo>
                  <a:cubicBezTo>
                    <a:pt x="15801" y="1712"/>
                    <a:pt x="14134" y="1664"/>
                    <a:pt x="14134" y="1664"/>
                  </a:cubicBezTo>
                  <a:cubicBezTo>
                    <a:pt x="13866" y="1043"/>
                    <a:pt x="13278" y="903"/>
                    <a:pt x="12803" y="903"/>
                  </a:cubicBezTo>
                  <a:cubicBezTo>
                    <a:pt x="12412" y="903"/>
                    <a:pt x="12098" y="997"/>
                    <a:pt x="12098" y="997"/>
                  </a:cubicBezTo>
                  <a:cubicBezTo>
                    <a:pt x="11770" y="414"/>
                    <a:pt x="11203" y="258"/>
                    <a:pt x="10693" y="258"/>
                  </a:cubicBezTo>
                  <a:cubicBezTo>
                    <a:pt x="10109" y="258"/>
                    <a:pt x="9597" y="462"/>
                    <a:pt x="9597" y="462"/>
                  </a:cubicBezTo>
                  <a:cubicBezTo>
                    <a:pt x="9276" y="118"/>
                    <a:pt x="8936" y="1"/>
                    <a:pt x="8622" y="1"/>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0"/>
            <p:cNvSpPr/>
            <p:nvPr/>
          </p:nvSpPr>
          <p:spPr>
            <a:xfrm>
              <a:off x="3467100" y="3574525"/>
              <a:ext cx="315525" cy="174325"/>
            </a:xfrm>
            <a:custGeom>
              <a:avLst/>
              <a:gdLst/>
              <a:ahLst/>
              <a:cxnLst/>
              <a:rect l="l" t="t" r="r" b="b"/>
              <a:pathLst>
                <a:path w="12621" h="6973" extrusionOk="0">
                  <a:moveTo>
                    <a:pt x="7411" y="0"/>
                  </a:moveTo>
                  <a:cubicBezTo>
                    <a:pt x="6093" y="0"/>
                    <a:pt x="4696" y="307"/>
                    <a:pt x="3667" y="709"/>
                  </a:cubicBezTo>
                  <a:cubicBezTo>
                    <a:pt x="1167" y="1662"/>
                    <a:pt x="0" y="5126"/>
                    <a:pt x="4596" y="6579"/>
                  </a:cubicBezTo>
                  <a:cubicBezTo>
                    <a:pt x="5461" y="6859"/>
                    <a:pt x="6288" y="6973"/>
                    <a:pt x="7060" y="6973"/>
                  </a:cubicBezTo>
                  <a:cubicBezTo>
                    <a:pt x="9796" y="6973"/>
                    <a:pt x="11846" y="5547"/>
                    <a:pt x="12478" y="5055"/>
                  </a:cubicBezTo>
                  <a:cubicBezTo>
                    <a:pt x="12597" y="4948"/>
                    <a:pt x="12621" y="4781"/>
                    <a:pt x="12513" y="4674"/>
                  </a:cubicBezTo>
                  <a:lnTo>
                    <a:pt x="12323" y="4471"/>
                  </a:lnTo>
                  <a:cubicBezTo>
                    <a:pt x="12266" y="4415"/>
                    <a:pt x="12201" y="4387"/>
                    <a:pt x="12135" y="4387"/>
                  </a:cubicBezTo>
                  <a:cubicBezTo>
                    <a:pt x="12090" y="4387"/>
                    <a:pt x="12045" y="4400"/>
                    <a:pt x="12002" y="4424"/>
                  </a:cubicBezTo>
                  <a:cubicBezTo>
                    <a:pt x="9953" y="5602"/>
                    <a:pt x="8205" y="6004"/>
                    <a:pt x="6779" y="6004"/>
                  </a:cubicBezTo>
                  <a:cubicBezTo>
                    <a:pt x="6116" y="6004"/>
                    <a:pt x="5522" y="5917"/>
                    <a:pt x="5001" y="5781"/>
                  </a:cubicBezTo>
                  <a:cubicBezTo>
                    <a:pt x="1500" y="4876"/>
                    <a:pt x="2346" y="2257"/>
                    <a:pt x="3786" y="1400"/>
                  </a:cubicBezTo>
                  <a:cubicBezTo>
                    <a:pt x="4659" y="895"/>
                    <a:pt x="5801" y="670"/>
                    <a:pt x="6900" y="670"/>
                  </a:cubicBezTo>
                  <a:cubicBezTo>
                    <a:pt x="8757" y="670"/>
                    <a:pt x="10492" y="1311"/>
                    <a:pt x="10597" y="2328"/>
                  </a:cubicBezTo>
                  <a:cubicBezTo>
                    <a:pt x="10746" y="3845"/>
                    <a:pt x="9153" y="4457"/>
                    <a:pt x="7722" y="4457"/>
                  </a:cubicBezTo>
                  <a:cubicBezTo>
                    <a:pt x="6637" y="4457"/>
                    <a:pt x="5644" y="4106"/>
                    <a:pt x="5572" y="3531"/>
                  </a:cubicBezTo>
                  <a:cubicBezTo>
                    <a:pt x="5441" y="2495"/>
                    <a:pt x="6334" y="2197"/>
                    <a:pt x="6763" y="2102"/>
                  </a:cubicBezTo>
                  <a:cubicBezTo>
                    <a:pt x="6906" y="2078"/>
                    <a:pt x="6989" y="1971"/>
                    <a:pt x="6977" y="1840"/>
                  </a:cubicBezTo>
                  <a:cubicBezTo>
                    <a:pt x="6966" y="1717"/>
                    <a:pt x="6870" y="1625"/>
                    <a:pt x="6749" y="1625"/>
                  </a:cubicBezTo>
                  <a:cubicBezTo>
                    <a:pt x="6742" y="1625"/>
                    <a:pt x="6734" y="1625"/>
                    <a:pt x="6727" y="1626"/>
                  </a:cubicBezTo>
                  <a:cubicBezTo>
                    <a:pt x="6132" y="1638"/>
                    <a:pt x="4643" y="1840"/>
                    <a:pt x="4739" y="3471"/>
                  </a:cubicBezTo>
                  <a:cubicBezTo>
                    <a:pt x="4805" y="4410"/>
                    <a:pt x="6286" y="4952"/>
                    <a:pt x="7823" y="4952"/>
                  </a:cubicBezTo>
                  <a:cubicBezTo>
                    <a:pt x="9618" y="4952"/>
                    <a:pt x="11488" y="4213"/>
                    <a:pt x="11263" y="2507"/>
                  </a:cubicBezTo>
                  <a:cubicBezTo>
                    <a:pt x="11018" y="629"/>
                    <a:pt x="9296" y="0"/>
                    <a:pt x="7411" y="0"/>
                  </a:cubicBezTo>
                  <a:close/>
                </a:path>
              </a:pathLst>
            </a:custGeom>
            <a:solidFill>
              <a:srgbClr val="CF70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0"/>
            <p:cNvSpPr/>
            <p:nvPr/>
          </p:nvSpPr>
          <p:spPr>
            <a:xfrm>
              <a:off x="3547450" y="2547250"/>
              <a:ext cx="306025" cy="509375"/>
            </a:xfrm>
            <a:custGeom>
              <a:avLst/>
              <a:gdLst/>
              <a:ahLst/>
              <a:cxnLst/>
              <a:rect l="l" t="t" r="r" b="b"/>
              <a:pathLst>
                <a:path w="12241" h="20375" extrusionOk="0">
                  <a:moveTo>
                    <a:pt x="3114" y="0"/>
                  </a:moveTo>
                  <a:cubicBezTo>
                    <a:pt x="2295" y="0"/>
                    <a:pt x="1666" y="9"/>
                    <a:pt x="1382" y="9"/>
                  </a:cubicBezTo>
                  <a:cubicBezTo>
                    <a:pt x="1" y="9"/>
                    <a:pt x="596" y="18964"/>
                    <a:pt x="596" y="18964"/>
                  </a:cubicBezTo>
                  <a:cubicBezTo>
                    <a:pt x="596" y="20075"/>
                    <a:pt x="2987" y="20374"/>
                    <a:pt x="5577" y="20374"/>
                  </a:cubicBezTo>
                  <a:cubicBezTo>
                    <a:pt x="6262" y="20374"/>
                    <a:pt x="6961" y="20354"/>
                    <a:pt x="7633" y="20321"/>
                  </a:cubicBezTo>
                  <a:cubicBezTo>
                    <a:pt x="9954" y="20202"/>
                    <a:pt x="11966" y="19964"/>
                    <a:pt x="11966" y="19964"/>
                  </a:cubicBezTo>
                  <a:cubicBezTo>
                    <a:pt x="11966" y="19964"/>
                    <a:pt x="11966" y="2998"/>
                    <a:pt x="12157" y="1402"/>
                  </a:cubicBezTo>
                  <a:cubicBezTo>
                    <a:pt x="12240" y="664"/>
                    <a:pt x="10204" y="319"/>
                    <a:pt x="7871" y="140"/>
                  </a:cubicBezTo>
                  <a:cubicBezTo>
                    <a:pt x="6222" y="23"/>
                    <a:pt x="4425" y="0"/>
                    <a:pt x="3114" y="0"/>
                  </a:cubicBezTo>
                  <a:close/>
                </a:path>
              </a:pathLst>
            </a:custGeom>
            <a:solidFill>
              <a:srgbClr val="404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0"/>
            <p:cNvSpPr/>
            <p:nvPr/>
          </p:nvSpPr>
          <p:spPr>
            <a:xfrm>
              <a:off x="3738250" y="2550750"/>
              <a:ext cx="115225" cy="504550"/>
            </a:xfrm>
            <a:custGeom>
              <a:avLst/>
              <a:gdLst/>
              <a:ahLst/>
              <a:cxnLst/>
              <a:rect l="l" t="t" r="r" b="b"/>
              <a:pathLst>
                <a:path w="4609" h="20182" extrusionOk="0">
                  <a:moveTo>
                    <a:pt x="239" y="0"/>
                  </a:moveTo>
                  <a:cubicBezTo>
                    <a:pt x="465" y="4572"/>
                    <a:pt x="965" y="13347"/>
                    <a:pt x="48" y="19824"/>
                  </a:cubicBezTo>
                  <a:lnTo>
                    <a:pt x="1" y="20181"/>
                  </a:lnTo>
                  <a:cubicBezTo>
                    <a:pt x="2322" y="20062"/>
                    <a:pt x="4334" y="19824"/>
                    <a:pt x="4334" y="19824"/>
                  </a:cubicBezTo>
                  <a:cubicBezTo>
                    <a:pt x="4334" y="19824"/>
                    <a:pt x="4334" y="2858"/>
                    <a:pt x="4525" y="1262"/>
                  </a:cubicBezTo>
                  <a:cubicBezTo>
                    <a:pt x="4608" y="524"/>
                    <a:pt x="2572" y="179"/>
                    <a:pt x="2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0"/>
            <p:cNvSpPr/>
            <p:nvPr/>
          </p:nvSpPr>
          <p:spPr>
            <a:xfrm>
              <a:off x="3706100" y="2652250"/>
              <a:ext cx="13125" cy="474475"/>
            </a:xfrm>
            <a:custGeom>
              <a:avLst/>
              <a:gdLst/>
              <a:ahLst/>
              <a:cxnLst/>
              <a:rect l="l" t="t" r="r" b="b"/>
              <a:pathLst>
                <a:path w="525" h="18979" extrusionOk="0">
                  <a:moveTo>
                    <a:pt x="227" y="0"/>
                  </a:moveTo>
                  <a:cubicBezTo>
                    <a:pt x="108" y="0"/>
                    <a:pt x="1" y="226"/>
                    <a:pt x="1" y="512"/>
                  </a:cubicBezTo>
                  <a:lnTo>
                    <a:pt x="1" y="18479"/>
                  </a:lnTo>
                  <a:cubicBezTo>
                    <a:pt x="1" y="18598"/>
                    <a:pt x="25" y="18717"/>
                    <a:pt x="60" y="18788"/>
                  </a:cubicBezTo>
                  <a:cubicBezTo>
                    <a:pt x="111" y="18920"/>
                    <a:pt x="176" y="18979"/>
                    <a:pt x="237" y="18979"/>
                  </a:cubicBezTo>
                  <a:cubicBezTo>
                    <a:pt x="349" y="18979"/>
                    <a:pt x="453" y="18785"/>
                    <a:pt x="453" y="18479"/>
                  </a:cubicBezTo>
                  <a:lnTo>
                    <a:pt x="525" y="512"/>
                  </a:lnTo>
                  <a:cubicBezTo>
                    <a:pt x="525" y="226"/>
                    <a:pt x="417" y="0"/>
                    <a:pt x="298" y="0"/>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0"/>
            <p:cNvSpPr/>
            <p:nvPr/>
          </p:nvSpPr>
          <p:spPr>
            <a:xfrm>
              <a:off x="3783500" y="2595100"/>
              <a:ext cx="13125" cy="474300"/>
            </a:xfrm>
            <a:custGeom>
              <a:avLst/>
              <a:gdLst/>
              <a:ahLst/>
              <a:cxnLst/>
              <a:rect l="l" t="t" r="r" b="b"/>
              <a:pathLst>
                <a:path w="525" h="18972" extrusionOk="0">
                  <a:moveTo>
                    <a:pt x="227" y="0"/>
                  </a:moveTo>
                  <a:cubicBezTo>
                    <a:pt x="108" y="0"/>
                    <a:pt x="0" y="226"/>
                    <a:pt x="0" y="500"/>
                  </a:cubicBezTo>
                  <a:lnTo>
                    <a:pt x="0" y="18467"/>
                  </a:lnTo>
                  <a:cubicBezTo>
                    <a:pt x="0" y="18586"/>
                    <a:pt x="24" y="18705"/>
                    <a:pt x="60" y="18776"/>
                  </a:cubicBezTo>
                  <a:cubicBezTo>
                    <a:pt x="111" y="18912"/>
                    <a:pt x="175" y="18972"/>
                    <a:pt x="237" y="18972"/>
                  </a:cubicBezTo>
                  <a:cubicBezTo>
                    <a:pt x="349" y="18972"/>
                    <a:pt x="453" y="18774"/>
                    <a:pt x="453" y="18467"/>
                  </a:cubicBezTo>
                  <a:lnTo>
                    <a:pt x="524" y="500"/>
                  </a:lnTo>
                  <a:cubicBezTo>
                    <a:pt x="524" y="226"/>
                    <a:pt x="417" y="0"/>
                    <a:pt x="298" y="0"/>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0"/>
            <p:cNvSpPr/>
            <p:nvPr/>
          </p:nvSpPr>
          <p:spPr>
            <a:xfrm>
              <a:off x="3808500" y="2662350"/>
              <a:ext cx="13125" cy="474400"/>
            </a:xfrm>
            <a:custGeom>
              <a:avLst/>
              <a:gdLst/>
              <a:ahLst/>
              <a:cxnLst/>
              <a:rect l="l" t="t" r="r" b="b"/>
              <a:pathLst>
                <a:path w="525" h="18976" extrusionOk="0">
                  <a:moveTo>
                    <a:pt x="227" y="1"/>
                  </a:moveTo>
                  <a:cubicBezTo>
                    <a:pt x="108" y="1"/>
                    <a:pt x="0" y="227"/>
                    <a:pt x="0" y="513"/>
                  </a:cubicBezTo>
                  <a:lnTo>
                    <a:pt x="0" y="18468"/>
                  </a:lnTo>
                  <a:cubicBezTo>
                    <a:pt x="0" y="18587"/>
                    <a:pt x="12" y="18706"/>
                    <a:pt x="60" y="18789"/>
                  </a:cubicBezTo>
                  <a:cubicBezTo>
                    <a:pt x="106" y="18918"/>
                    <a:pt x="168" y="18976"/>
                    <a:pt x="229" y="18976"/>
                  </a:cubicBezTo>
                  <a:cubicBezTo>
                    <a:pt x="342" y="18976"/>
                    <a:pt x="453" y="18777"/>
                    <a:pt x="453" y="18468"/>
                  </a:cubicBezTo>
                  <a:lnTo>
                    <a:pt x="524" y="513"/>
                  </a:lnTo>
                  <a:cubicBezTo>
                    <a:pt x="524" y="227"/>
                    <a:pt x="417" y="1"/>
                    <a:pt x="298"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0"/>
            <p:cNvSpPr/>
            <p:nvPr/>
          </p:nvSpPr>
          <p:spPr>
            <a:xfrm>
              <a:off x="3370350" y="2559625"/>
              <a:ext cx="303125" cy="509400"/>
            </a:xfrm>
            <a:custGeom>
              <a:avLst/>
              <a:gdLst/>
              <a:ahLst/>
              <a:cxnLst/>
              <a:rect l="l" t="t" r="r" b="b"/>
              <a:pathLst>
                <a:path w="12125" h="20376" extrusionOk="0">
                  <a:moveTo>
                    <a:pt x="2500" y="1"/>
                  </a:moveTo>
                  <a:cubicBezTo>
                    <a:pt x="2019" y="1"/>
                    <a:pt x="1629" y="3"/>
                    <a:pt x="1370" y="3"/>
                  </a:cubicBezTo>
                  <a:cubicBezTo>
                    <a:pt x="1301" y="3"/>
                    <a:pt x="1241" y="3"/>
                    <a:pt x="1191" y="2"/>
                  </a:cubicBezTo>
                  <a:cubicBezTo>
                    <a:pt x="929" y="2"/>
                    <a:pt x="739" y="645"/>
                    <a:pt x="608" y="1705"/>
                  </a:cubicBezTo>
                  <a:cubicBezTo>
                    <a:pt x="0" y="6360"/>
                    <a:pt x="393" y="18969"/>
                    <a:pt x="393" y="18969"/>
                  </a:cubicBezTo>
                  <a:cubicBezTo>
                    <a:pt x="393" y="20077"/>
                    <a:pt x="2821" y="20376"/>
                    <a:pt x="5435" y="20376"/>
                  </a:cubicBezTo>
                  <a:cubicBezTo>
                    <a:pt x="7203" y="20376"/>
                    <a:pt x="9055" y="20239"/>
                    <a:pt x="10299" y="20124"/>
                  </a:cubicBezTo>
                  <a:cubicBezTo>
                    <a:pt x="11192" y="20052"/>
                    <a:pt x="11764" y="19981"/>
                    <a:pt x="11764" y="19981"/>
                  </a:cubicBezTo>
                  <a:cubicBezTo>
                    <a:pt x="11764" y="19981"/>
                    <a:pt x="11764" y="3015"/>
                    <a:pt x="11966" y="1419"/>
                  </a:cubicBezTo>
                  <a:cubicBezTo>
                    <a:pt x="12125" y="92"/>
                    <a:pt x="5524" y="1"/>
                    <a:pt x="2500" y="1"/>
                  </a:cubicBezTo>
                  <a:close/>
                </a:path>
              </a:pathLst>
            </a:custGeom>
            <a:solidFill>
              <a:srgbClr val="404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0"/>
            <p:cNvSpPr/>
            <p:nvPr/>
          </p:nvSpPr>
          <p:spPr>
            <a:xfrm>
              <a:off x="3385825" y="2559800"/>
              <a:ext cx="287550" cy="502925"/>
            </a:xfrm>
            <a:custGeom>
              <a:avLst/>
              <a:gdLst/>
              <a:ahLst/>
              <a:cxnLst/>
              <a:rect l="l" t="t" r="r" b="b"/>
              <a:pathLst>
                <a:path w="11502" h="20117" extrusionOk="0">
                  <a:moveTo>
                    <a:pt x="2167" y="0"/>
                  </a:moveTo>
                  <a:cubicBezTo>
                    <a:pt x="1421" y="0"/>
                    <a:pt x="850" y="7"/>
                    <a:pt x="584" y="7"/>
                  </a:cubicBezTo>
                  <a:cubicBezTo>
                    <a:pt x="334" y="7"/>
                    <a:pt x="132" y="650"/>
                    <a:pt x="1" y="1710"/>
                  </a:cubicBezTo>
                  <a:cubicBezTo>
                    <a:pt x="141" y="1706"/>
                    <a:pt x="345" y="1703"/>
                    <a:pt x="599" y="1703"/>
                  </a:cubicBezTo>
                  <a:cubicBezTo>
                    <a:pt x="2738" y="1703"/>
                    <a:pt x="8371" y="1943"/>
                    <a:pt x="8371" y="4210"/>
                  </a:cubicBezTo>
                  <a:cubicBezTo>
                    <a:pt x="8371" y="6996"/>
                    <a:pt x="7775" y="17771"/>
                    <a:pt x="7775" y="17771"/>
                  </a:cubicBezTo>
                  <a:cubicBezTo>
                    <a:pt x="7775" y="17771"/>
                    <a:pt x="8609" y="19105"/>
                    <a:pt x="9680" y="20117"/>
                  </a:cubicBezTo>
                  <a:cubicBezTo>
                    <a:pt x="10573" y="20045"/>
                    <a:pt x="11145" y="19974"/>
                    <a:pt x="11145" y="19974"/>
                  </a:cubicBezTo>
                  <a:cubicBezTo>
                    <a:pt x="11145" y="19974"/>
                    <a:pt x="11145" y="3008"/>
                    <a:pt x="11347" y="1412"/>
                  </a:cubicBezTo>
                  <a:cubicBezTo>
                    <a:pt x="11501" y="124"/>
                    <a:pt x="5293" y="0"/>
                    <a:pt x="21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0"/>
            <p:cNvSpPr/>
            <p:nvPr/>
          </p:nvSpPr>
          <p:spPr>
            <a:xfrm>
              <a:off x="3419475" y="2590325"/>
              <a:ext cx="12800" cy="474200"/>
            </a:xfrm>
            <a:custGeom>
              <a:avLst/>
              <a:gdLst/>
              <a:ahLst/>
              <a:cxnLst/>
              <a:rect l="l" t="t" r="r" b="b"/>
              <a:pathLst>
                <a:path w="512" h="18968" extrusionOk="0">
                  <a:moveTo>
                    <a:pt x="214" y="1"/>
                  </a:moveTo>
                  <a:cubicBezTo>
                    <a:pt x="95" y="1"/>
                    <a:pt x="0" y="215"/>
                    <a:pt x="0" y="501"/>
                  </a:cubicBezTo>
                  <a:lnTo>
                    <a:pt x="0" y="18467"/>
                  </a:lnTo>
                  <a:cubicBezTo>
                    <a:pt x="0" y="18586"/>
                    <a:pt x="24" y="18693"/>
                    <a:pt x="60" y="18777"/>
                  </a:cubicBezTo>
                  <a:cubicBezTo>
                    <a:pt x="106" y="18908"/>
                    <a:pt x="168" y="18967"/>
                    <a:pt x="228" y="18967"/>
                  </a:cubicBezTo>
                  <a:cubicBezTo>
                    <a:pt x="337" y="18967"/>
                    <a:pt x="441" y="18774"/>
                    <a:pt x="441" y="18467"/>
                  </a:cubicBezTo>
                  <a:lnTo>
                    <a:pt x="512" y="501"/>
                  </a:lnTo>
                  <a:cubicBezTo>
                    <a:pt x="512" y="215"/>
                    <a:pt x="417" y="1"/>
                    <a:pt x="298"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0"/>
            <p:cNvSpPr/>
            <p:nvPr/>
          </p:nvSpPr>
          <p:spPr>
            <a:xfrm>
              <a:off x="3452200" y="2694800"/>
              <a:ext cx="12825" cy="474325"/>
            </a:xfrm>
            <a:custGeom>
              <a:avLst/>
              <a:gdLst/>
              <a:ahLst/>
              <a:cxnLst/>
              <a:rect l="l" t="t" r="r" b="b"/>
              <a:pathLst>
                <a:path w="513" h="18973" extrusionOk="0">
                  <a:moveTo>
                    <a:pt x="215" y="1"/>
                  </a:moveTo>
                  <a:cubicBezTo>
                    <a:pt x="96" y="1"/>
                    <a:pt x="1" y="227"/>
                    <a:pt x="1" y="501"/>
                  </a:cubicBezTo>
                  <a:lnTo>
                    <a:pt x="1" y="18467"/>
                  </a:lnTo>
                  <a:cubicBezTo>
                    <a:pt x="1" y="18586"/>
                    <a:pt x="13" y="18705"/>
                    <a:pt x="60" y="18777"/>
                  </a:cubicBezTo>
                  <a:cubicBezTo>
                    <a:pt x="107" y="18912"/>
                    <a:pt x="168" y="18972"/>
                    <a:pt x="228" y="18972"/>
                  </a:cubicBezTo>
                  <a:cubicBezTo>
                    <a:pt x="337" y="18972"/>
                    <a:pt x="441" y="18774"/>
                    <a:pt x="441" y="18467"/>
                  </a:cubicBezTo>
                  <a:lnTo>
                    <a:pt x="513" y="501"/>
                  </a:lnTo>
                  <a:cubicBezTo>
                    <a:pt x="513" y="227"/>
                    <a:pt x="406" y="1"/>
                    <a:pt x="298"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0"/>
            <p:cNvSpPr/>
            <p:nvPr/>
          </p:nvSpPr>
          <p:spPr>
            <a:xfrm>
              <a:off x="3531675" y="2602525"/>
              <a:ext cx="13125" cy="474325"/>
            </a:xfrm>
            <a:custGeom>
              <a:avLst/>
              <a:gdLst/>
              <a:ahLst/>
              <a:cxnLst/>
              <a:rect l="l" t="t" r="r" b="b"/>
              <a:pathLst>
                <a:path w="525" h="18973" extrusionOk="0">
                  <a:moveTo>
                    <a:pt x="227" y="1"/>
                  </a:moveTo>
                  <a:cubicBezTo>
                    <a:pt x="108" y="1"/>
                    <a:pt x="1" y="227"/>
                    <a:pt x="1" y="501"/>
                  </a:cubicBezTo>
                  <a:lnTo>
                    <a:pt x="1" y="18467"/>
                  </a:lnTo>
                  <a:cubicBezTo>
                    <a:pt x="1" y="18586"/>
                    <a:pt x="13" y="18706"/>
                    <a:pt x="60" y="18777"/>
                  </a:cubicBezTo>
                  <a:cubicBezTo>
                    <a:pt x="107" y="18912"/>
                    <a:pt x="170" y="18973"/>
                    <a:pt x="232" y="18973"/>
                  </a:cubicBezTo>
                  <a:cubicBezTo>
                    <a:pt x="344" y="18973"/>
                    <a:pt x="453" y="18774"/>
                    <a:pt x="453" y="18467"/>
                  </a:cubicBezTo>
                  <a:lnTo>
                    <a:pt x="525" y="501"/>
                  </a:lnTo>
                  <a:cubicBezTo>
                    <a:pt x="525" y="227"/>
                    <a:pt x="417" y="1"/>
                    <a:pt x="298"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0"/>
            <p:cNvSpPr/>
            <p:nvPr/>
          </p:nvSpPr>
          <p:spPr>
            <a:xfrm>
              <a:off x="3606400" y="2615025"/>
              <a:ext cx="13100" cy="474500"/>
            </a:xfrm>
            <a:custGeom>
              <a:avLst/>
              <a:gdLst/>
              <a:ahLst/>
              <a:cxnLst/>
              <a:rect l="l" t="t" r="r" b="b"/>
              <a:pathLst>
                <a:path w="524" h="18980" extrusionOk="0">
                  <a:moveTo>
                    <a:pt x="226" y="1"/>
                  </a:moveTo>
                  <a:cubicBezTo>
                    <a:pt x="107" y="1"/>
                    <a:pt x="0" y="227"/>
                    <a:pt x="0" y="513"/>
                  </a:cubicBezTo>
                  <a:lnTo>
                    <a:pt x="0" y="18479"/>
                  </a:lnTo>
                  <a:cubicBezTo>
                    <a:pt x="0" y="18598"/>
                    <a:pt x="24" y="18694"/>
                    <a:pt x="60" y="18789"/>
                  </a:cubicBezTo>
                  <a:cubicBezTo>
                    <a:pt x="106" y="18920"/>
                    <a:pt x="169" y="18979"/>
                    <a:pt x="232" y="18979"/>
                  </a:cubicBezTo>
                  <a:cubicBezTo>
                    <a:pt x="344" y="18979"/>
                    <a:pt x="453" y="18786"/>
                    <a:pt x="453" y="18479"/>
                  </a:cubicBezTo>
                  <a:lnTo>
                    <a:pt x="524" y="513"/>
                  </a:lnTo>
                  <a:cubicBezTo>
                    <a:pt x="524" y="227"/>
                    <a:pt x="417" y="1"/>
                    <a:pt x="298" y="1"/>
                  </a:cubicBezTo>
                  <a:close/>
                </a:path>
              </a:pathLst>
            </a:custGeom>
            <a:solidFill>
              <a:srgbClr val="728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0"/>
            <p:cNvSpPr/>
            <p:nvPr/>
          </p:nvSpPr>
          <p:spPr>
            <a:xfrm>
              <a:off x="3768025" y="2440900"/>
              <a:ext cx="1851150" cy="77425"/>
            </a:xfrm>
            <a:custGeom>
              <a:avLst/>
              <a:gdLst/>
              <a:ahLst/>
              <a:cxnLst/>
              <a:rect l="l" t="t" r="r" b="b"/>
              <a:pathLst>
                <a:path w="74046" h="3097" extrusionOk="0">
                  <a:moveTo>
                    <a:pt x="703" y="1"/>
                  </a:moveTo>
                  <a:cubicBezTo>
                    <a:pt x="310" y="1"/>
                    <a:pt x="0" y="322"/>
                    <a:pt x="12" y="703"/>
                  </a:cubicBezTo>
                  <a:cubicBezTo>
                    <a:pt x="12" y="763"/>
                    <a:pt x="12" y="822"/>
                    <a:pt x="24" y="870"/>
                  </a:cubicBezTo>
                  <a:cubicBezTo>
                    <a:pt x="107" y="1168"/>
                    <a:pt x="357" y="1370"/>
                    <a:pt x="667" y="1394"/>
                  </a:cubicBezTo>
                  <a:lnTo>
                    <a:pt x="44339" y="2418"/>
                  </a:lnTo>
                  <a:lnTo>
                    <a:pt x="44375" y="2418"/>
                  </a:lnTo>
                  <a:lnTo>
                    <a:pt x="68187" y="2977"/>
                  </a:lnTo>
                  <a:lnTo>
                    <a:pt x="68211" y="2977"/>
                  </a:lnTo>
                  <a:lnTo>
                    <a:pt x="73164" y="3096"/>
                  </a:lnTo>
                  <a:cubicBezTo>
                    <a:pt x="73569" y="3096"/>
                    <a:pt x="73902" y="2787"/>
                    <a:pt x="73938" y="2382"/>
                  </a:cubicBezTo>
                  <a:lnTo>
                    <a:pt x="73986" y="1584"/>
                  </a:lnTo>
                  <a:lnTo>
                    <a:pt x="74009" y="977"/>
                  </a:lnTo>
                  <a:cubicBezTo>
                    <a:pt x="74045" y="537"/>
                    <a:pt x="73688" y="179"/>
                    <a:pt x="73283" y="156"/>
                  </a:cubicBezTo>
                  <a:lnTo>
                    <a:pt x="68390" y="144"/>
                  </a:lnTo>
                  <a:lnTo>
                    <a:pt x="68330" y="144"/>
                  </a:lnTo>
                  <a:lnTo>
                    <a:pt x="44530" y="96"/>
                  </a:lnTo>
                  <a:lnTo>
                    <a:pt x="44470" y="96"/>
                  </a:lnTo>
                  <a:lnTo>
                    <a:pt x="7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0"/>
            <p:cNvSpPr/>
            <p:nvPr/>
          </p:nvSpPr>
          <p:spPr>
            <a:xfrm>
              <a:off x="3768325" y="2463225"/>
              <a:ext cx="1848750" cy="56000"/>
            </a:xfrm>
            <a:custGeom>
              <a:avLst/>
              <a:gdLst/>
              <a:ahLst/>
              <a:cxnLst/>
              <a:rect l="l" t="t" r="r" b="b"/>
              <a:pathLst>
                <a:path w="73950" h="2240" extrusionOk="0">
                  <a:moveTo>
                    <a:pt x="0" y="1"/>
                  </a:moveTo>
                  <a:cubicBezTo>
                    <a:pt x="72" y="298"/>
                    <a:pt x="334" y="513"/>
                    <a:pt x="643" y="525"/>
                  </a:cubicBezTo>
                  <a:lnTo>
                    <a:pt x="44303" y="1549"/>
                  </a:lnTo>
                  <a:lnTo>
                    <a:pt x="44351" y="1549"/>
                  </a:lnTo>
                  <a:cubicBezTo>
                    <a:pt x="44387" y="1608"/>
                    <a:pt x="44446" y="1656"/>
                    <a:pt x="44518" y="1656"/>
                  </a:cubicBezTo>
                  <a:lnTo>
                    <a:pt x="67997" y="2239"/>
                  </a:lnTo>
                  <a:cubicBezTo>
                    <a:pt x="68080" y="2239"/>
                    <a:pt x="68152" y="2180"/>
                    <a:pt x="68175" y="2108"/>
                  </a:cubicBezTo>
                  <a:lnTo>
                    <a:pt x="73140" y="2227"/>
                  </a:lnTo>
                  <a:cubicBezTo>
                    <a:pt x="73533" y="2227"/>
                    <a:pt x="73878" y="1906"/>
                    <a:pt x="73914" y="1513"/>
                  </a:cubicBezTo>
                  <a:lnTo>
                    <a:pt x="73950" y="703"/>
                  </a:lnTo>
                  <a:lnTo>
                    <a:pt x="68259" y="644"/>
                  </a:lnTo>
                  <a:lnTo>
                    <a:pt x="44387" y="417"/>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0"/>
            <p:cNvSpPr/>
            <p:nvPr/>
          </p:nvSpPr>
          <p:spPr>
            <a:xfrm>
              <a:off x="4876800" y="2440025"/>
              <a:ext cx="598900" cy="78900"/>
            </a:xfrm>
            <a:custGeom>
              <a:avLst/>
              <a:gdLst/>
              <a:ahLst/>
              <a:cxnLst/>
              <a:rect l="l" t="t" r="r" b="b"/>
              <a:pathLst>
                <a:path w="23956" h="3156" extrusionOk="0">
                  <a:moveTo>
                    <a:pt x="286" y="0"/>
                  </a:moveTo>
                  <a:cubicBezTo>
                    <a:pt x="179" y="0"/>
                    <a:pt x="107" y="71"/>
                    <a:pt x="83" y="179"/>
                  </a:cubicBezTo>
                  <a:lnTo>
                    <a:pt x="48" y="1345"/>
                  </a:lnTo>
                  <a:lnTo>
                    <a:pt x="0" y="2381"/>
                  </a:lnTo>
                  <a:cubicBezTo>
                    <a:pt x="0" y="2405"/>
                    <a:pt x="12" y="2441"/>
                    <a:pt x="24" y="2465"/>
                  </a:cubicBezTo>
                  <a:cubicBezTo>
                    <a:pt x="60" y="2524"/>
                    <a:pt x="119" y="2572"/>
                    <a:pt x="191" y="2572"/>
                  </a:cubicBezTo>
                  <a:lnTo>
                    <a:pt x="23682" y="3155"/>
                  </a:lnTo>
                  <a:cubicBezTo>
                    <a:pt x="23753" y="3155"/>
                    <a:pt x="23824" y="3096"/>
                    <a:pt x="23860" y="3012"/>
                  </a:cubicBezTo>
                  <a:cubicBezTo>
                    <a:pt x="23872" y="3000"/>
                    <a:pt x="23872" y="2988"/>
                    <a:pt x="23872" y="2977"/>
                  </a:cubicBezTo>
                  <a:lnTo>
                    <a:pt x="23920" y="1572"/>
                  </a:lnTo>
                  <a:lnTo>
                    <a:pt x="23955" y="298"/>
                  </a:lnTo>
                  <a:cubicBezTo>
                    <a:pt x="23955" y="262"/>
                    <a:pt x="23955" y="238"/>
                    <a:pt x="23943" y="214"/>
                  </a:cubicBezTo>
                  <a:cubicBezTo>
                    <a:pt x="23920" y="143"/>
                    <a:pt x="23836" y="95"/>
                    <a:pt x="23765" y="95"/>
                  </a:cubicBezTo>
                  <a:lnTo>
                    <a:pt x="2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0"/>
            <p:cNvSpPr/>
            <p:nvPr/>
          </p:nvSpPr>
          <p:spPr>
            <a:xfrm>
              <a:off x="4876800" y="2473650"/>
              <a:ext cx="598000" cy="45275"/>
            </a:xfrm>
            <a:custGeom>
              <a:avLst/>
              <a:gdLst/>
              <a:ahLst/>
              <a:cxnLst/>
              <a:rect l="l" t="t" r="r" b="b"/>
              <a:pathLst>
                <a:path w="23920" h="1811" extrusionOk="0">
                  <a:moveTo>
                    <a:pt x="48" y="0"/>
                  </a:moveTo>
                  <a:lnTo>
                    <a:pt x="0" y="1036"/>
                  </a:lnTo>
                  <a:cubicBezTo>
                    <a:pt x="0" y="1060"/>
                    <a:pt x="12" y="1096"/>
                    <a:pt x="24" y="1120"/>
                  </a:cubicBezTo>
                  <a:cubicBezTo>
                    <a:pt x="60" y="1179"/>
                    <a:pt x="119" y="1227"/>
                    <a:pt x="191" y="1227"/>
                  </a:cubicBezTo>
                  <a:lnTo>
                    <a:pt x="23682" y="1810"/>
                  </a:lnTo>
                  <a:cubicBezTo>
                    <a:pt x="23753" y="1810"/>
                    <a:pt x="23824" y="1751"/>
                    <a:pt x="23860" y="1667"/>
                  </a:cubicBezTo>
                  <a:cubicBezTo>
                    <a:pt x="23872" y="1655"/>
                    <a:pt x="23872" y="1643"/>
                    <a:pt x="23872" y="1632"/>
                  </a:cubicBezTo>
                  <a:lnTo>
                    <a:pt x="23920" y="227"/>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0"/>
            <p:cNvSpPr/>
            <p:nvPr/>
          </p:nvSpPr>
          <p:spPr>
            <a:xfrm>
              <a:off x="3761175" y="2137225"/>
              <a:ext cx="1844600" cy="211525"/>
            </a:xfrm>
            <a:custGeom>
              <a:avLst/>
              <a:gdLst/>
              <a:ahLst/>
              <a:cxnLst/>
              <a:rect l="l" t="t" r="r" b="b"/>
              <a:pathLst>
                <a:path w="73784" h="8461" extrusionOk="0">
                  <a:moveTo>
                    <a:pt x="72967" y="1"/>
                  </a:moveTo>
                  <a:cubicBezTo>
                    <a:pt x="72946" y="1"/>
                    <a:pt x="72924" y="2"/>
                    <a:pt x="72902" y="3"/>
                  </a:cubicBezTo>
                  <a:lnTo>
                    <a:pt x="68021" y="480"/>
                  </a:lnTo>
                  <a:lnTo>
                    <a:pt x="44280" y="2813"/>
                  </a:lnTo>
                  <a:lnTo>
                    <a:pt x="655" y="7111"/>
                  </a:lnTo>
                  <a:cubicBezTo>
                    <a:pt x="274" y="7135"/>
                    <a:pt x="0" y="7481"/>
                    <a:pt x="48" y="7862"/>
                  </a:cubicBezTo>
                  <a:cubicBezTo>
                    <a:pt x="48" y="7897"/>
                    <a:pt x="48" y="7945"/>
                    <a:pt x="60" y="7969"/>
                  </a:cubicBezTo>
                  <a:cubicBezTo>
                    <a:pt x="96" y="8076"/>
                    <a:pt x="131" y="8159"/>
                    <a:pt x="215" y="8243"/>
                  </a:cubicBezTo>
                  <a:cubicBezTo>
                    <a:pt x="332" y="8371"/>
                    <a:pt x="507" y="8460"/>
                    <a:pt x="696" y="8460"/>
                  </a:cubicBezTo>
                  <a:cubicBezTo>
                    <a:pt x="718" y="8460"/>
                    <a:pt x="740" y="8459"/>
                    <a:pt x="762" y="8457"/>
                  </a:cubicBezTo>
                  <a:lnTo>
                    <a:pt x="44304" y="5123"/>
                  </a:lnTo>
                  <a:lnTo>
                    <a:pt x="68104" y="3313"/>
                  </a:lnTo>
                  <a:lnTo>
                    <a:pt x="73069" y="2944"/>
                  </a:lnTo>
                  <a:cubicBezTo>
                    <a:pt x="73462" y="2909"/>
                    <a:pt x="73783" y="2551"/>
                    <a:pt x="73760" y="2147"/>
                  </a:cubicBezTo>
                  <a:lnTo>
                    <a:pt x="73772" y="1551"/>
                  </a:lnTo>
                  <a:lnTo>
                    <a:pt x="73748" y="992"/>
                  </a:lnTo>
                  <a:lnTo>
                    <a:pt x="73736" y="718"/>
                  </a:lnTo>
                  <a:cubicBezTo>
                    <a:pt x="73702" y="311"/>
                    <a:pt x="73368" y="1"/>
                    <a:pt x="72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0"/>
            <p:cNvSpPr/>
            <p:nvPr/>
          </p:nvSpPr>
          <p:spPr>
            <a:xfrm>
              <a:off x="3762650" y="2162300"/>
              <a:ext cx="1843125" cy="186450"/>
            </a:xfrm>
            <a:custGeom>
              <a:avLst/>
              <a:gdLst/>
              <a:ahLst/>
              <a:cxnLst/>
              <a:rect l="l" t="t" r="r" b="b"/>
              <a:pathLst>
                <a:path w="73725" h="7458" extrusionOk="0">
                  <a:moveTo>
                    <a:pt x="73653" y="1"/>
                  </a:moveTo>
                  <a:lnTo>
                    <a:pt x="1" y="6966"/>
                  </a:lnTo>
                  <a:cubicBezTo>
                    <a:pt x="37" y="7073"/>
                    <a:pt x="72" y="7156"/>
                    <a:pt x="156" y="7240"/>
                  </a:cubicBezTo>
                  <a:cubicBezTo>
                    <a:pt x="273" y="7368"/>
                    <a:pt x="448" y="7457"/>
                    <a:pt x="637" y="7457"/>
                  </a:cubicBezTo>
                  <a:cubicBezTo>
                    <a:pt x="659" y="7457"/>
                    <a:pt x="681" y="7456"/>
                    <a:pt x="703" y="7454"/>
                  </a:cubicBezTo>
                  <a:lnTo>
                    <a:pt x="44245" y="4120"/>
                  </a:lnTo>
                  <a:lnTo>
                    <a:pt x="68045" y="2310"/>
                  </a:lnTo>
                  <a:lnTo>
                    <a:pt x="73010" y="1941"/>
                  </a:lnTo>
                  <a:cubicBezTo>
                    <a:pt x="73403" y="1906"/>
                    <a:pt x="73724" y="1548"/>
                    <a:pt x="73701" y="1144"/>
                  </a:cubicBezTo>
                  <a:lnTo>
                    <a:pt x="73689" y="572"/>
                  </a:lnTo>
                  <a:lnTo>
                    <a:pt x="7365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0"/>
            <p:cNvSpPr/>
            <p:nvPr/>
          </p:nvSpPr>
          <p:spPr>
            <a:xfrm>
              <a:off x="4869350" y="2145900"/>
              <a:ext cx="595325" cy="122100"/>
            </a:xfrm>
            <a:custGeom>
              <a:avLst/>
              <a:gdLst/>
              <a:ahLst/>
              <a:cxnLst/>
              <a:rect l="l" t="t" r="r" b="b"/>
              <a:pathLst>
                <a:path w="23813" h="4884" extrusionOk="0">
                  <a:moveTo>
                    <a:pt x="23560" y="0"/>
                  </a:moveTo>
                  <a:cubicBezTo>
                    <a:pt x="23553" y="0"/>
                    <a:pt x="23546" y="1"/>
                    <a:pt x="23539" y="2"/>
                  </a:cubicBezTo>
                  <a:lnTo>
                    <a:pt x="131" y="2323"/>
                  </a:lnTo>
                  <a:cubicBezTo>
                    <a:pt x="60" y="2335"/>
                    <a:pt x="0" y="2419"/>
                    <a:pt x="0" y="2490"/>
                  </a:cubicBezTo>
                  <a:lnTo>
                    <a:pt x="12" y="3431"/>
                  </a:lnTo>
                  <a:lnTo>
                    <a:pt x="24" y="4717"/>
                  </a:lnTo>
                  <a:cubicBezTo>
                    <a:pt x="24" y="4752"/>
                    <a:pt x="48" y="4764"/>
                    <a:pt x="48" y="4776"/>
                  </a:cubicBezTo>
                  <a:cubicBezTo>
                    <a:pt x="60" y="4859"/>
                    <a:pt x="119" y="4883"/>
                    <a:pt x="191" y="4883"/>
                  </a:cubicBezTo>
                  <a:lnTo>
                    <a:pt x="23658" y="3193"/>
                  </a:lnTo>
                  <a:cubicBezTo>
                    <a:pt x="23753" y="3169"/>
                    <a:pt x="23813" y="3109"/>
                    <a:pt x="23813" y="3026"/>
                  </a:cubicBezTo>
                  <a:lnTo>
                    <a:pt x="23801" y="2943"/>
                  </a:lnTo>
                  <a:lnTo>
                    <a:pt x="23741" y="1180"/>
                  </a:lnTo>
                  <a:lnTo>
                    <a:pt x="23706" y="156"/>
                  </a:lnTo>
                  <a:cubicBezTo>
                    <a:pt x="23706" y="68"/>
                    <a:pt x="23644" y="0"/>
                    <a:pt x="23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0"/>
            <p:cNvSpPr/>
            <p:nvPr/>
          </p:nvSpPr>
          <p:spPr>
            <a:xfrm>
              <a:off x="4869650" y="2175400"/>
              <a:ext cx="595025" cy="92600"/>
            </a:xfrm>
            <a:custGeom>
              <a:avLst/>
              <a:gdLst/>
              <a:ahLst/>
              <a:cxnLst/>
              <a:rect l="l" t="t" r="r" b="b"/>
              <a:pathLst>
                <a:path w="23801" h="3704" extrusionOk="0">
                  <a:moveTo>
                    <a:pt x="23741" y="0"/>
                  </a:moveTo>
                  <a:lnTo>
                    <a:pt x="0" y="2251"/>
                  </a:lnTo>
                  <a:lnTo>
                    <a:pt x="12" y="3537"/>
                  </a:lnTo>
                  <a:cubicBezTo>
                    <a:pt x="12" y="3572"/>
                    <a:pt x="36" y="3584"/>
                    <a:pt x="36" y="3596"/>
                  </a:cubicBezTo>
                  <a:cubicBezTo>
                    <a:pt x="48" y="3679"/>
                    <a:pt x="107" y="3703"/>
                    <a:pt x="179" y="3703"/>
                  </a:cubicBezTo>
                  <a:lnTo>
                    <a:pt x="23646" y="2013"/>
                  </a:lnTo>
                  <a:cubicBezTo>
                    <a:pt x="23741" y="1989"/>
                    <a:pt x="23801" y="1929"/>
                    <a:pt x="23801" y="1846"/>
                  </a:cubicBezTo>
                  <a:lnTo>
                    <a:pt x="23801" y="1774"/>
                  </a:lnTo>
                  <a:lnTo>
                    <a:pt x="23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0"/>
            <p:cNvSpPr/>
            <p:nvPr/>
          </p:nvSpPr>
          <p:spPr>
            <a:xfrm>
              <a:off x="3766525" y="2739325"/>
              <a:ext cx="473900" cy="592550"/>
            </a:xfrm>
            <a:custGeom>
              <a:avLst/>
              <a:gdLst/>
              <a:ahLst/>
              <a:cxnLst/>
              <a:rect l="l" t="t" r="r" b="b"/>
              <a:pathLst>
                <a:path w="18956" h="23702" extrusionOk="0">
                  <a:moveTo>
                    <a:pt x="16398" y="1"/>
                  </a:moveTo>
                  <a:cubicBezTo>
                    <a:pt x="15004" y="1"/>
                    <a:pt x="13160" y="1692"/>
                    <a:pt x="11181" y="8102"/>
                  </a:cubicBezTo>
                  <a:cubicBezTo>
                    <a:pt x="7606" y="19638"/>
                    <a:pt x="4478" y="20499"/>
                    <a:pt x="3624" y="20499"/>
                  </a:cubicBezTo>
                  <a:cubicBezTo>
                    <a:pt x="3474" y="20499"/>
                    <a:pt x="3394" y="20472"/>
                    <a:pt x="3394" y="20472"/>
                  </a:cubicBezTo>
                  <a:cubicBezTo>
                    <a:pt x="1" y="20663"/>
                    <a:pt x="1799" y="23247"/>
                    <a:pt x="1799" y="23270"/>
                  </a:cubicBezTo>
                  <a:cubicBezTo>
                    <a:pt x="2619" y="23565"/>
                    <a:pt x="3358" y="23702"/>
                    <a:pt x="4030" y="23702"/>
                  </a:cubicBezTo>
                  <a:cubicBezTo>
                    <a:pt x="9244" y="23702"/>
                    <a:pt x="10331" y="15461"/>
                    <a:pt x="12979" y="9090"/>
                  </a:cubicBezTo>
                  <a:cubicBezTo>
                    <a:pt x="15816" y="2284"/>
                    <a:pt x="18654" y="2113"/>
                    <a:pt x="18933" y="2113"/>
                  </a:cubicBezTo>
                  <a:cubicBezTo>
                    <a:pt x="18948" y="2113"/>
                    <a:pt x="18955" y="2113"/>
                    <a:pt x="18955" y="2113"/>
                  </a:cubicBezTo>
                  <a:cubicBezTo>
                    <a:pt x="18955" y="2113"/>
                    <a:pt x="17957" y="1"/>
                    <a:pt x="16398" y="1"/>
                  </a:cubicBezTo>
                  <a:close/>
                </a:path>
              </a:pathLst>
            </a:custGeom>
            <a:solidFill>
              <a:srgbClr val="EBC0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0"/>
            <p:cNvSpPr/>
            <p:nvPr/>
          </p:nvSpPr>
          <p:spPr>
            <a:xfrm>
              <a:off x="3980975" y="2493000"/>
              <a:ext cx="603825" cy="982275"/>
            </a:xfrm>
            <a:custGeom>
              <a:avLst/>
              <a:gdLst/>
              <a:ahLst/>
              <a:cxnLst/>
              <a:rect l="l" t="t" r="r" b="b"/>
              <a:pathLst>
                <a:path w="24153" h="39291" extrusionOk="0">
                  <a:moveTo>
                    <a:pt x="21748" y="0"/>
                  </a:moveTo>
                  <a:cubicBezTo>
                    <a:pt x="21748" y="0"/>
                    <a:pt x="17569" y="18741"/>
                    <a:pt x="5603" y="35112"/>
                  </a:cubicBezTo>
                  <a:cubicBezTo>
                    <a:pt x="5603" y="35112"/>
                    <a:pt x="5603" y="35112"/>
                    <a:pt x="5603" y="35112"/>
                  </a:cubicBezTo>
                  <a:cubicBezTo>
                    <a:pt x="5575" y="35112"/>
                    <a:pt x="1" y="39291"/>
                    <a:pt x="3996" y="39291"/>
                  </a:cubicBezTo>
                  <a:cubicBezTo>
                    <a:pt x="3996" y="39291"/>
                    <a:pt x="8580" y="35100"/>
                    <a:pt x="13378" y="27718"/>
                  </a:cubicBezTo>
                  <a:cubicBezTo>
                    <a:pt x="18164" y="20336"/>
                    <a:pt x="24153" y="60"/>
                    <a:pt x="24153" y="60"/>
                  </a:cubicBezTo>
                  <a:lnTo>
                    <a:pt x="21748" y="0"/>
                  </a:lnTo>
                  <a:close/>
                </a:path>
              </a:pathLst>
            </a:custGeom>
            <a:solidFill>
              <a:srgbClr val="E8C6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0"/>
            <p:cNvSpPr/>
            <p:nvPr/>
          </p:nvSpPr>
          <p:spPr>
            <a:xfrm>
              <a:off x="3946275" y="2424675"/>
              <a:ext cx="635125" cy="1015300"/>
            </a:xfrm>
            <a:custGeom>
              <a:avLst/>
              <a:gdLst/>
              <a:ahLst/>
              <a:cxnLst/>
              <a:rect l="l" t="t" r="r" b="b"/>
              <a:pathLst>
                <a:path w="25405" h="40612" extrusionOk="0">
                  <a:moveTo>
                    <a:pt x="22496" y="1"/>
                  </a:moveTo>
                  <a:cubicBezTo>
                    <a:pt x="21532" y="1"/>
                    <a:pt x="20609" y="370"/>
                    <a:pt x="20219" y="1626"/>
                  </a:cubicBezTo>
                  <a:cubicBezTo>
                    <a:pt x="19707" y="3329"/>
                    <a:pt x="15337" y="16890"/>
                    <a:pt x="11337" y="23069"/>
                  </a:cubicBezTo>
                  <a:cubicBezTo>
                    <a:pt x="7922" y="28418"/>
                    <a:pt x="0" y="40611"/>
                    <a:pt x="2025" y="40611"/>
                  </a:cubicBezTo>
                  <a:cubicBezTo>
                    <a:pt x="2343" y="40611"/>
                    <a:pt x="2908" y="40309"/>
                    <a:pt x="3776" y="39631"/>
                  </a:cubicBezTo>
                  <a:cubicBezTo>
                    <a:pt x="3776" y="39631"/>
                    <a:pt x="9563" y="28856"/>
                    <a:pt x="12349" y="25058"/>
                  </a:cubicBezTo>
                  <a:cubicBezTo>
                    <a:pt x="15147" y="21271"/>
                    <a:pt x="21290" y="4543"/>
                    <a:pt x="22314" y="2519"/>
                  </a:cubicBezTo>
                  <a:cubicBezTo>
                    <a:pt x="23157" y="872"/>
                    <a:pt x="24512" y="742"/>
                    <a:pt x="25088" y="742"/>
                  </a:cubicBezTo>
                  <a:cubicBezTo>
                    <a:pt x="25196" y="742"/>
                    <a:pt x="25277" y="746"/>
                    <a:pt x="25322" y="746"/>
                  </a:cubicBezTo>
                  <a:cubicBezTo>
                    <a:pt x="25405" y="746"/>
                    <a:pt x="25362" y="730"/>
                    <a:pt x="25136" y="638"/>
                  </a:cubicBezTo>
                  <a:cubicBezTo>
                    <a:pt x="24618" y="428"/>
                    <a:pt x="23533" y="1"/>
                    <a:pt x="22496" y="1"/>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0"/>
            <p:cNvSpPr/>
            <p:nvPr/>
          </p:nvSpPr>
          <p:spPr>
            <a:xfrm>
              <a:off x="4125800" y="2251350"/>
              <a:ext cx="266425" cy="926625"/>
            </a:xfrm>
            <a:custGeom>
              <a:avLst/>
              <a:gdLst/>
              <a:ahLst/>
              <a:cxnLst/>
              <a:rect l="l" t="t" r="r" b="b"/>
              <a:pathLst>
                <a:path w="10657" h="37065" extrusionOk="0">
                  <a:moveTo>
                    <a:pt x="9682" y="0"/>
                  </a:moveTo>
                  <a:cubicBezTo>
                    <a:pt x="6174" y="0"/>
                    <a:pt x="5608" y="5679"/>
                    <a:pt x="5608" y="13012"/>
                  </a:cubicBezTo>
                  <a:cubicBezTo>
                    <a:pt x="5608" y="20989"/>
                    <a:pt x="1" y="36789"/>
                    <a:pt x="1" y="36789"/>
                  </a:cubicBezTo>
                  <a:cubicBezTo>
                    <a:pt x="1" y="36789"/>
                    <a:pt x="276" y="37064"/>
                    <a:pt x="710" y="37064"/>
                  </a:cubicBezTo>
                  <a:cubicBezTo>
                    <a:pt x="1103" y="37064"/>
                    <a:pt x="1626" y="36839"/>
                    <a:pt x="2191" y="35979"/>
                  </a:cubicBezTo>
                  <a:cubicBezTo>
                    <a:pt x="3382" y="34181"/>
                    <a:pt x="7740" y="20703"/>
                    <a:pt x="7549" y="10916"/>
                  </a:cubicBezTo>
                  <a:cubicBezTo>
                    <a:pt x="7359" y="1141"/>
                    <a:pt x="10657" y="129"/>
                    <a:pt x="10657" y="129"/>
                  </a:cubicBezTo>
                  <a:cubicBezTo>
                    <a:pt x="10309" y="43"/>
                    <a:pt x="9985" y="0"/>
                    <a:pt x="9682" y="0"/>
                  </a:cubicBezTo>
                  <a:close/>
                </a:path>
              </a:pathLst>
            </a:custGeom>
            <a:solidFill>
              <a:srgbClr val="F2C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0"/>
            <p:cNvSpPr/>
            <p:nvPr/>
          </p:nvSpPr>
          <p:spPr>
            <a:xfrm>
              <a:off x="3173600" y="3156700"/>
              <a:ext cx="130700" cy="116100"/>
            </a:xfrm>
            <a:custGeom>
              <a:avLst/>
              <a:gdLst/>
              <a:ahLst/>
              <a:cxnLst/>
              <a:rect l="l" t="t" r="r" b="b"/>
              <a:pathLst>
                <a:path w="5228" h="4644" extrusionOk="0">
                  <a:moveTo>
                    <a:pt x="2614" y="1"/>
                  </a:moveTo>
                  <a:cubicBezTo>
                    <a:pt x="2106" y="1"/>
                    <a:pt x="1595" y="169"/>
                    <a:pt x="1167" y="515"/>
                  </a:cubicBezTo>
                  <a:cubicBezTo>
                    <a:pt x="167" y="1313"/>
                    <a:pt x="0" y="2777"/>
                    <a:pt x="810" y="3777"/>
                  </a:cubicBezTo>
                  <a:cubicBezTo>
                    <a:pt x="1265" y="4348"/>
                    <a:pt x="1938" y="4644"/>
                    <a:pt x="2618" y="4644"/>
                  </a:cubicBezTo>
                  <a:cubicBezTo>
                    <a:pt x="3129" y="4644"/>
                    <a:pt x="3643" y="4477"/>
                    <a:pt x="4072" y="4135"/>
                  </a:cubicBezTo>
                  <a:cubicBezTo>
                    <a:pt x="5073" y="3325"/>
                    <a:pt x="5227" y="1872"/>
                    <a:pt x="4430" y="872"/>
                  </a:cubicBezTo>
                  <a:cubicBezTo>
                    <a:pt x="3966" y="300"/>
                    <a:pt x="3293" y="1"/>
                    <a:pt x="2614" y="1"/>
                  </a:cubicBezTo>
                  <a:close/>
                </a:path>
              </a:pathLst>
            </a:custGeom>
            <a:solidFill>
              <a:srgbClr val="749C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0"/>
            <p:cNvSpPr/>
            <p:nvPr/>
          </p:nvSpPr>
          <p:spPr>
            <a:xfrm>
              <a:off x="3186100" y="3167775"/>
              <a:ext cx="105700" cy="93800"/>
            </a:xfrm>
            <a:custGeom>
              <a:avLst/>
              <a:gdLst/>
              <a:ahLst/>
              <a:cxnLst/>
              <a:rect l="l" t="t" r="r" b="b"/>
              <a:pathLst>
                <a:path w="4228" h="3752" extrusionOk="0">
                  <a:moveTo>
                    <a:pt x="2117" y="0"/>
                  </a:moveTo>
                  <a:cubicBezTo>
                    <a:pt x="1704" y="0"/>
                    <a:pt x="1289" y="136"/>
                    <a:pt x="941" y="417"/>
                  </a:cubicBezTo>
                  <a:cubicBezTo>
                    <a:pt x="131" y="1060"/>
                    <a:pt x="1" y="2239"/>
                    <a:pt x="655" y="3049"/>
                  </a:cubicBezTo>
                  <a:cubicBezTo>
                    <a:pt x="1022" y="3511"/>
                    <a:pt x="1564" y="3752"/>
                    <a:pt x="2112" y="3752"/>
                  </a:cubicBezTo>
                  <a:cubicBezTo>
                    <a:pt x="2524" y="3752"/>
                    <a:pt x="2939" y="3616"/>
                    <a:pt x="3287" y="3334"/>
                  </a:cubicBezTo>
                  <a:cubicBezTo>
                    <a:pt x="4096" y="2692"/>
                    <a:pt x="4227" y="1513"/>
                    <a:pt x="3584" y="703"/>
                  </a:cubicBezTo>
                  <a:cubicBezTo>
                    <a:pt x="3211" y="241"/>
                    <a:pt x="2666" y="0"/>
                    <a:pt x="2117" y="0"/>
                  </a:cubicBezTo>
                  <a:close/>
                </a:path>
              </a:pathLst>
            </a:custGeom>
            <a:solidFill>
              <a:srgbClr val="608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0"/>
            <p:cNvSpPr/>
            <p:nvPr/>
          </p:nvSpPr>
          <p:spPr>
            <a:xfrm>
              <a:off x="3379575" y="3378825"/>
              <a:ext cx="98150" cy="103975"/>
            </a:xfrm>
            <a:custGeom>
              <a:avLst/>
              <a:gdLst/>
              <a:ahLst/>
              <a:cxnLst/>
              <a:rect l="l" t="t" r="r" b="b"/>
              <a:pathLst>
                <a:path w="3926" h="4159" extrusionOk="0">
                  <a:moveTo>
                    <a:pt x="3715" y="0"/>
                  </a:moveTo>
                  <a:lnTo>
                    <a:pt x="3715" y="0"/>
                  </a:lnTo>
                  <a:cubicBezTo>
                    <a:pt x="3715" y="0"/>
                    <a:pt x="3715" y="0"/>
                    <a:pt x="3715" y="0"/>
                  </a:cubicBezTo>
                  <a:lnTo>
                    <a:pt x="3715" y="0"/>
                  </a:lnTo>
                  <a:lnTo>
                    <a:pt x="3715" y="0"/>
                  </a:lnTo>
                  <a:cubicBezTo>
                    <a:pt x="3715" y="0"/>
                    <a:pt x="3715" y="0"/>
                    <a:pt x="3715" y="0"/>
                  </a:cubicBezTo>
                  <a:close/>
                  <a:moveTo>
                    <a:pt x="3715" y="0"/>
                  </a:moveTo>
                  <a:lnTo>
                    <a:pt x="191" y="357"/>
                  </a:lnTo>
                  <a:cubicBezTo>
                    <a:pt x="96" y="405"/>
                    <a:pt x="60" y="560"/>
                    <a:pt x="24" y="774"/>
                  </a:cubicBezTo>
                  <a:cubicBezTo>
                    <a:pt x="12" y="881"/>
                    <a:pt x="1" y="1000"/>
                    <a:pt x="1" y="1119"/>
                  </a:cubicBezTo>
                  <a:lnTo>
                    <a:pt x="1" y="1369"/>
                  </a:lnTo>
                  <a:lnTo>
                    <a:pt x="1" y="1703"/>
                  </a:lnTo>
                  <a:cubicBezTo>
                    <a:pt x="1" y="1810"/>
                    <a:pt x="12" y="1905"/>
                    <a:pt x="12" y="2024"/>
                  </a:cubicBezTo>
                  <a:cubicBezTo>
                    <a:pt x="12" y="2131"/>
                    <a:pt x="12" y="2251"/>
                    <a:pt x="24" y="2358"/>
                  </a:cubicBezTo>
                  <a:cubicBezTo>
                    <a:pt x="36" y="2489"/>
                    <a:pt x="36" y="2632"/>
                    <a:pt x="60" y="2763"/>
                  </a:cubicBezTo>
                  <a:cubicBezTo>
                    <a:pt x="72" y="2882"/>
                    <a:pt x="72" y="3001"/>
                    <a:pt x="84" y="3096"/>
                  </a:cubicBezTo>
                  <a:cubicBezTo>
                    <a:pt x="84" y="3239"/>
                    <a:pt x="96" y="3358"/>
                    <a:pt x="120" y="3477"/>
                  </a:cubicBezTo>
                  <a:cubicBezTo>
                    <a:pt x="132" y="3596"/>
                    <a:pt x="132" y="3715"/>
                    <a:pt x="143" y="3798"/>
                  </a:cubicBezTo>
                  <a:cubicBezTo>
                    <a:pt x="179" y="4013"/>
                    <a:pt x="191" y="4132"/>
                    <a:pt x="191" y="4132"/>
                  </a:cubicBezTo>
                  <a:lnTo>
                    <a:pt x="3775" y="4156"/>
                  </a:lnTo>
                  <a:cubicBezTo>
                    <a:pt x="3784" y="4158"/>
                    <a:pt x="3793" y="4159"/>
                    <a:pt x="3801" y="4159"/>
                  </a:cubicBezTo>
                  <a:cubicBezTo>
                    <a:pt x="3881" y="4159"/>
                    <a:pt x="3925" y="4065"/>
                    <a:pt x="3882" y="4001"/>
                  </a:cubicBezTo>
                  <a:cubicBezTo>
                    <a:pt x="3030" y="2178"/>
                    <a:pt x="3708" y="13"/>
                    <a:pt x="3715" y="0"/>
                  </a:cubicBezTo>
                  <a:close/>
                </a:path>
              </a:pathLst>
            </a:custGeom>
            <a:solidFill>
              <a:srgbClr val="B2D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0"/>
            <p:cNvSpPr/>
            <p:nvPr/>
          </p:nvSpPr>
          <p:spPr>
            <a:xfrm>
              <a:off x="3379575" y="3391925"/>
              <a:ext cx="79200" cy="14600"/>
            </a:xfrm>
            <a:custGeom>
              <a:avLst/>
              <a:gdLst/>
              <a:ahLst/>
              <a:cxnLst/>
              <a:rect l="l" t="t" r="r" b="b"/>
              <a:pathLst>
                <a:path w="3168" h="584" extrusionOk="0">
                  <a:moveTo>
                    <a:pt x="3168" y="0"/>
                  </a:moveTo>
                  <a:lnTo>
                    <a:pt x="24" y="238"/>
                  </a:lnTo>
                  <a:cubicBezTo>
                    <a:pt x="12" y="345"/>
                    <a:pt x="1" y="464"/>
                    <a:pt x="1" y="584"/>
                  </a:cubicBezTo>
                  <a:cubicBezTo>
                    <a:pt x="2691" y="417"/>
                    <a:pt x="3168" y="0"/>
                    <a:pt x="3168"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0"/>
            <p:cNvSpPr/>
            <p:nvPr/>
          </p:nvSpPr>
          <p:spPr>
            <a:xfrm>
              <a:off x="3379575" y="3406800"/>
              <a:ext cx="75925" cy="14300"/>
            </a:xfrm>
            <a:custGeom>
              <a:avLst/>
              <a:gdLst/>
              <a:ahLst/>
              <a:cxnLst/>
              <a:rect l="l" t="t" r="r" b="b"/>
              <a:pathLst>
                <a:path w="3037" h="572" extrusionOk="0">
                  <a:moveTo>
                    <a:pt x="3037" y="0"/>
                  </a:moveTo>
                  <a:lnTo>
                    <a:pt x="1" y="239"/>
                  </a:lnTo>
                  <a:lnTo>
                    <a:pt x="1" y="572"/>
                  </a:lnTo>
                  <a:cubicBezTo>
                    <a:pt x="2572" y="417"/>
                    <a:pt x="3037" y="0"/>
                    <a:pt x="3037"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0"/>
            <p:cNvSpPr/>
            <p:nvPr/>
          </p:nvSpPr>
          <p:spPr>
            <a:xfrm>
              <a:off x="3379875" y="3423775"/>
              <a:ext cx="75625" cy="14000"/>
            </a:xfrm>
            <a:custGeom>
              <a:avLst/>
              <a:gdLst/>
              <a:ahLst/>
              <a:cxnLst/>
              <a:rect l="l" t="t" r="r" b="b"/>
              <a:pathLst>
                <a:path w="3025" h="560" extrusionOk="0">
                  <a:moveTo>
                    <a:pt x="3025" y="0"/>
                  </a:moveTo>
                  <a:lnTo>
                    <a:pt x="0" y="238"/>
                  </a:lnTo>
                  <a:cubicBezTo>
                    <a:pt x="0" y="333"/>
                    <a:pt x="0" y="453"/>
                    <a:pt x="12" y="560"/>
                  </a:cubicBezTo>
                  <a:cubicBezTo>
                    <a:pt x="2572" y="393"/>
                    <a:pt x="3025" y="0"/>
                    <a:pt x="3025"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0"/>
            <p:cNvSpPr/>
            <p:nvPr/>
          </p:nvSpPr>
          <p:spPr>
            <a:xfrm>
              <a:off x="3380475" y="3441925"/>
              <a:ext cx="73850" cy="14000"/>
            </a:xfrm>
            <a:custGeom>
              <a:avLst/>
              <a:gdLst/>
              <a:ahLst/>
              <a:cxnLst/>
              <a:rect l="l" t="t" r="r" b="b"/>
              <a:pathLst>
                <a:path w="2954" h="560" extrusionOk="0">
                  <a:moveTo>
                    <a:pt x="2953" y="0"/>
                  </a:moveTo>
                  <a:lnTo>
                    <a:pt x="0" y="227"/>
                  </a:lnTo>
                  <a:cubicBezTo>
                    <a:pt x="24" y="346"/>
                    <a:pt x="24" y="453"/>
                    <a:pt x="36" y="560"/>
                  </a:cubicBezTo>
                  <a:cubicBezTo>
                    <a:pt x="2512" y="405"/>
                    <a:pt x="2953" y="0"/>
                    <a:pt x="2953"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0"/>
            <p:cNvSpPr/>
            <p:nvPr/>
          </p:nvSpPr>
          <p:spPr>
            <a:xfrm>
              <a:off x="3382550" y="3459775"/>
              <a:ext cx="77725" cy="14625"/>
            </a:xfrm>
            <a:custGeom>
              <a:avLst/>
              <a:gdLst/>
              <a:ahLst/>
              <a:cxnLst/>
              <a:rect l="l" t="t" r="r" b="b"/>
              <a:pathLst>
                <a:path w="3109" h="585" extrusionOk="0">
                  <a:moveTo>
                    <a:pt x="3108" y="1"/>
                  </a:moveTo>
                  <a:lnTo>
                    <a:pt x="1" y="251"/>
                  </a:lnTo>
                  <a:cubicBezTo>
                    <a:pt x="13" y="370"/>
                    <a:pt x="13" y="489"/>
                    <a:pt x="24" y="584"/>
                  </a:cubicBezTo>
                  <a:cubicBezTo>
                    <a:pt x="2644" y="417"/>
                    <a:pt x="3108" y="1"/>
                    <a:pt x="3108"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0"/>
            <p:cNvSpPr/>
            <p:nvPr/>
          </p:nvSpPr>
          <p:spPr>
            <a:xfrm>
              <a:off x="3457275" y="3377325"/>
              <a:ext cx="29475" cy="106300"/>
            </a:xfrm>
            <a:custGeom>
              <a:avLst/>
              <a:gdLst/>
              <a:ahLst/>
              <a:cxnLst/>
              <a:rect l="l" t="t" r="r" b="b"/>
              <a:pathLst>
                <a:path w="1179" h="4252" extrusionOk="0">
                  <a:moveTo>
                    <a:pt x="470" y="1"/>
                  </a:moveTo>
                  <a:cubicBezTo>
                    <a:pt x="468" y="1"/>
                    <a:pt x="466" y="1"/>
                    <a:pt x="464" y="1"/>
                  </a:cubicBezTo>
                  <a:cubicBezTo>
                    <a:pt x="179" y="25"/>
                    <a:pt x="0" y="989"/>
                    <a:pt x="72" y="2156"/>
                  </a:cubicBezTo>
                  <a:cubicBezTo>
                    <a:pt x="142" y="3320"/>
                    <a:pt x="422" y="4252"/>
                    <a:pt x="704" y="4252"/>
                  </a:cubicBezTo>
                  <a:cubicBezTo>
                    <a:pt x="707" y="4252"/>
                    <a:pt x="711" y="4252"/>
                    <a:pt x="714" y="4251"/>
                  </a:cubicBezTo>
                  <a:cubicBezTo>
                    <a:pt x="1000" y="4239"/>
                    <a:pt x="1179" y="3275"/>
                    <a:pt x="1107" y="2096"/>
                  </a:cubicBezTo>
                  <a:cubicBezTo>
                    <a:pt x="1036" y="937"/>
                    <a:pt x="754" y="1"/>
                    <a:pt x="470" y="1"/>
                  </a:cubicBezTo>
                  <a:close/>
                </a:path>
              </a:pathLst>
            </a:custGeom>
            <a:solidFill>
              <a:srgbClr val="7CA5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0"/>
            <p:cNvSpPr/>
            <p:nvPr/>
          </p:nvSpPr>
          <p:spPr>
            <a:xfrm>
              <a:off x="3059600" y="3175350"/>
              <a:ext cx="127125" cy="116525"/>
            </a:xfrm>
            <a:custGeom>
              <a:avLst/>
              <a:gdLst/>
              <a:ahLst/>
              <a:cxnLst/>
              <a:rect l="l" t="t" r="r" b="b"/>
              <a:pathLst>
                <a:path w="5085" h="4661" extrusionOk="0">
                  <a:moveTo>
                    <a:pt x="3508" y="0"/>
                  </a:moveTo>
                  <a:cubicBezTo>
                    <a:pt x="3413" y="0"/>
                    <a:pt x="3316" y="37"/>
                    <a:pt x="3239" y="114"/>
                  </a:cubicBezTo>
                  <a:cubicBezTo>
                    <a:pt x="2739" y="615"/>
                    <a:pt x="1691" y="1496"/>
                    <a:pt x="381" y="1662"/>
                  </a:cubicBezTo>
                  <a:cubicBezTo>
                    <a:pt x="131" y="1686"/>
                    <a:pt x="0" y="1984"/>
                    <a:pt x="131" y="2210"/>
                  </a:cubicBezTo>
                  <a:lnTo>
                    <a:pt x="1453" y="4472"/>
                  </a:lnTo>
                  <a:cubicBezTo>
                    <a:pt x="1512" y="4579"/>
                    <a:pt x="1620" y="4651"/>
                    <a:pt x="1739" y="4651"/>
                  </a:cubicBezTo>
                  <a:cubicBezTo>
                    <a:pt x="1802" y="4656"/>
                    <a:pt x="1879" y="4660"/>
                    <a:pt x="1968" y="4660"/>
                  </a:cubicBezTo>
                  <a:cubicBezTo>
                    <a:pt x="2646" y="4660"/>
                    <a:pt x="3996" y="4422"/>
                    <a:pt x="4965" y="2758"/>
                  </a:cubicBezTo>
                  <a:cubicBezTo>
                    <a:pt x="5084" y="2567"/>
                    <a:pt x="5084" y="2329"/>
                    <a:pt x="4965" y="2139"/>
                  </a:cubicBezTo>
                  <a:lnTo>
                    <a:pt x="3822" y="186"/>
                  </a:lnTo>
                  <a:cubicBezTo>
                    <a:pt x="3755" y="64"/>
                    <a:pt x="3633" y="0"/>
                    <a:pt x="3508" y="0"/>
                  </a:cubicBezTo>
                  <a:close/>
                </a:path>
              </a:pathLst>
            </a:custGeom>
            <a:solidFill>
              <a:srgbClr val="6087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0"/>
            <p:cNvSpPr/>
            <p:nvPr/>
          </p:nvSpPr>
          <p:spPr>
            <a:xfrm>
              <a:off x="3054525" y="3171450"/>
              <a:ext cx="102725" cy="56625"/>
            </a:xfrm>
            <a:custGeom>
              <a:avLst/>
              <a:gdLst/>
              <a:ahLst/>
              <a:cxnLst/>
              <a:rect l="l" t="t" r="r" b="b"/>
              <a:pathLst>
                <a:path w="4109" h="2265" extrusionOk="0">
                  <a:moveTo>
                    <a:pt x="3544" y="0"/>
                  </a:moveTo>
                  <a:cubicBezTo>
                    <a:pt x="3129" y="0"/>
                    <a:pt x="2457" y="201"/>
                    <a:pt x="1763" y="568"/>
                  </a:cubicBezTo>
                  <a:cubicBezTo>
                    <a:pt x="715" y="1104"/>
                    <a:pt x="1" y="1794"/>
                    <a:pt x="168" y="2116"/>
                  </a:cubicBezTo>
                  <a:cubicBezTo>
                    <a:pt x="222" y="2217"/>
                    <a:pt x="362" y="2265"/>
                    <a:pt x="563" y="2265"/>
                  </a:cubicBezTo>
                  <a:cubicBezTo>
                    <a:pt x="977" y="2265"/>
                    <a:pt x="1648" y="2060"/>
                    <a:pt x="2346" y="1699"/>
                  </a:cubicBezTo>
                  <a:cubicBezTo>
                    <a:pt x="3394" y="1163"/>
                    <a:pt x="4109" y="461"/>
                    <a:pt x="3942" y="151"/>
                  </a:cubicBezTo>
                  <a:cubicBezTo>
                    <a:pt x="3891" y="49"/>
                    <a:pt x="3749" y="0"/>
                    <a:pt x="3544" y="0"/>
                  </a:cubicBezTo>
                  <a:close/>
                </a:path>
              </a:pathLst>
            </a:custGeom>
            <a:solidFill>
              <a:srgbClr val="466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0"/>
            <p:cNvSpPr/>
            <p:nvPr/>
          </p:nvSpPr>
          <p:spPr>
            <a:xfrm>
              <a:off x="3256350" y="3332300"/>
              <a:ext cx="127425" cy="116425"/>
            </a:xfrm>
            <a:custGeom>
              <a:avLst/>
              <a:gdLst/>
              <a:ahLst/>
              <a:cxnLst/>
              <a:rect l="l" t="t" r="r" b="b"/>
              <a:pathLst>
                <a:path w="5097" h="4657" extrusionOk="0">
                  <a:moveTo>
                    <a:pt x="3510" y="0"/>
                  </a:moveTo>
                  <a:cubicBezTo>
                    <a:pt x="3419" y="0"/>
                    <a:pt x="3326" y="36"/>
                    <a:pt x="3251" y="111"/>
                  </a:cubicBezTo>
                  <a:cubicBezTo>
                    <a:pt x="2739" y="623"/>
                    <a:pt x="1703" y="1492"/>
                    <a:pt x="393" y="1659"/>
                  </a:cubicBezTo>
                  <a:cubicBezTo>
                    <a:pt x="131" y="1706"/>
                    <a:pt x="0" y="1992"/>
                    <a:pt x="131" y="2207"/>
                  </a:cubicBezTo>
                  <a:lnTo>
                    <a:pt x="1465" y="4469"/>
                  </a:lnTo>
                  <a:cubicBezTo>
                    <a:pt x="1524" y="4576"/>
                    <a:pt x="1620" y="4647"/>
                    <a:pt x="1739" y="4647"/>
                  </a:cubicBezTo>
                  <a:cubicBezTo>
                    <a:pt x="1803" y="4653"/>
                    <a:pt x="1882" y="4657"/>
                    <a:pt x="1971" y="4657"/>
                  </a:cubicBezTo>
                  <a:cubicBezTo>
                    <a:pt x="2656" y="4657"/>
                    <a:pt x="3998" y="4419"/>
                    <a:pt x="4977" y="2766"/>
                  </a:cubicBezTo>
                  <a:cubicBezTo>
                    <a:pt x="5096" y="2564"/>
                    <a:pt x="5096" y="2326"/>
                    <a:pt x="4977" y="2135"/>
                  </a:cubicBezTo>
                  <a:lnTo>
                    <a:pt x="3822" y="182"/>
                  </a:lnTo>
                  <a:cubicBezTo>
                    <a:pt x="3754" y="66"/>
                    <a:pt x="3633" y="0"/>
                    <a:pt x="3510" y="0"/>
                  </a:cubicBezTo>
                  <a:close/>
                </a:path>
              </a:pathLst>
            </a:custGeom>
            <a:solidFill>
              <a:srgbClr val="6087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0"/>
            <p:cNvSpPr/>
            <p:nvPr/>
          </p:nvSpPr>
          <p:spPr>
            <a:xfrm>
              <a:off x="3251575" y="3328750"/>
              <a:ext cx="102725" cy="56700"/>
            </a:xfrm>
            <a:custGeom>
              <a:avLst/>
              <a:gdLst/>
              <a:ahLst/>
              <a:cxnLst/>
              <a:rect l="l" t="t" r="r" b="b"/>
              <a:pathLst>
                <a:path w="4109" h="2268" extrusionOk="0">
                  <a:moveTo>
                    <a:pt x="3536" y="1"/>
                  </a:moveTo>
                  <a:cubicBezTo>
                    <a:pt x="3121" y="1"/>
                    <a:pt x="2455" y="205"/>
                    <a:pt x="1763" y="563"/>
                  </a:cubicBezTo>
                  <a:cubicBezTo>
                    <a:pt x="715" y="1110"/>
                    <a:pt x="1" y="1801"/>
                    <a:pt x="168" y="2110"/>
                  </a:cubicBezTo>
                  <a:cubicBezTo>
                    <a:pt x="219" y="2217"/>
                    <a:pt x="361" y="2267"/>
                    <a:pt x="566" y="2267"/>
                  </a:cubicBezTo>
                  <a:cubicBezTo>
                    <a:pt x="978" y="2267"/>
                    <a:pt x="1646" y="2064"/>
                    <a:pt x="2346" y="1706"/>
                  </a:cubicBezTo>
                  <a:cubicBezTo>
                    <a:pt x="3394" y="1158"/>
                    <a:pt x="4109" y="467"/>
                    <a:pt x="3942" y="158"/>
                  </a:cubicBezTo>
                  <a:cubicBezTo>
                    <a:pt x="3887" y="51"/>
                    <a:pt x="3742" y="1"/>
                    <a:pt x="3536" y="1"/>
                  </a:cubicBezTo>
                  <a:close/>
                </a:path>
              </a:pathLst>
            </a:custGeom>
            <a:solidFill>
              <a:srgbClr val="466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0"/>
            <p:cNvSpPr/>
            <p:nvPr/>
          </p:nvSpPr>
          <p:spPr>
            <a:xfrm>
              <a:off x="3202775" y="3256775"/>
              <a:ext cx="110150" cy="110150"/>
            </a:xfrm>
            <a:custGeom>
              <a:avLst/>
              <a:gdLst/>
              <a:ahLst/>
              <a:cxnLst/>
              <a:rect l="l" t="t" r="r" b="b"/>
              <a:pathLst>
                <a:path w="4406" h="4406" extrusionOk="0">
                  <a:moveTo>
                    <a:pt x="2203" y="1"/>
                  </a:moveTo>
                  <a:cubicBezTo>
                    <a:pt x="988" y="1"/>
                    <a:pt x="0" y="989"/>
                    <a:pt x="0" y="2203"/>
                  </a:cubicBezTo>
                  <a:cubicBezTo>
                    <a:pt x="0" y="3430"/>
                    <a:pt x="988" y="4406"/>
                    <a:pt x="2203" y="4406"/>
                  </a:cubicBezTo>
                  <a:cubicBezTo>
                    <a:pt x="3417" y="4406"/>
                    <a:pt x="4406" y="3430"/>
                    <a:pt x="4406" y="2203"/>
                  </a:cubicBezTo>
                  <a:cubicBezTo>
                    <a:pt x="4406" y="989"/>
                    <a:pt x="3417" y="1"/>
                    <a:pt x="2203"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0"/>
            <p:cNvSpPr/>
            <p:nvPr/>
          </p:nvSpPr>
          <p:spPr>
            <a:xfrm>
              <a:off x="3210200" y="3264225"/>
              <a:ext cx="95275" cy="95275"/>
            </a:xfrm>
            <a:custGeom>
              <a:avLst/>
              <a:gdLst/>
              <a:ahLst/>
              <a:cxnLst/>
              <a:rect l="l" t="t" r="r" b="b"/>
              <a:pathLst>
                <a:path w="3811" h="3811" extrusionOk="0">
                  <a:moveTo>
                    <a:pt x="1906" y="0"/>
                  </a:moveTo>
                  <a:cubicBezTo>
                    <a:pt x="858" y="0"/>
                    <a:pt x="1" y="858"/>
                    <a:pt x="1" y="1905"/>
                  </a:cubicBezTo>
                  <a:cubicBezTo>
                    <a:pt x="1" y="2965"/>
                    <a:pt x="858" y="3810"/>
                    <a:pt x="1906" y="3810"/>
                  </a:cubicBezTo>
                  <a:cubicBezTo>
                    <a:pt x="2954" y="3810"/>
                    <a:pt x="3811" y="2965"/>
                    <a:pt x="3811" y="1905"/>
                  </a:cubicBezTo>
                  <a:cubicBezTo>
                    <a:pt x="3811" y="858"/>
                    <a:pt x="2954" y="0"/>
                    <a:pt x="1906"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0"/>
            <p:cNvSpPr/>
            <p:nvPr/>
          </p:nvSpPr>
          <p:spPr>
            <a:xfrm>
              <a:off x="3219450" y="3273750"/>
              <a:ext cx="76800" cy="76525"/>
            </a:xfrm>
            <a:custGeom>
              <a:avLst/>
              <a:gdLst/>
              <a:ahLst/>
              <a:cxnLst/>
              <a:rect l="l" t="t" r="r" b="b"/>
              <a:pathLst>
                <a:path w="3072" h="3061" extrusionOk="0">
                  <a:moveTo>
                    <a:pt x="1536" y="0"/>
                  </a:moveTo>
                  <a:cubicBezTo>
                    <a:pt x="691" y="0"/>
                    <a:pt x="0" y="679"/>
                    <a:pt x="0" y="1524"/>
                  </a:cubicBezTo>
                  <a:cubicBezTo>
                    <a:pt x="0" y="2382"/>
                    <a:pt x="691" y="3060"/>
                    <a:pt x="1536" y="3060"/>
                  </a:cubicBezTo>
                  <a:cubicBezTo>
                    <a:pt x="2381" y="3060"/>
                    <a:pt x="3072" y="2382"/>
                    <a:pt x="3072" y="1524"/>
                  </a:cubicBezTo>
                  <a:cubicBezTo>
                    <a:pt x="3072" y="679"/>
                    <a:pt x="2381" y="0"/>
                    <a:pt x="1536" y="0"/>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0"/>
            <p:cNvSpPr/>
            <p:nvPr/>
          </p:nvSpPr>
          <p:spPr>
            <a:xfrm>
              <a:off x="3228675" y="3282975"/>
              <a:ext cx="58050" cy="58075"/>
            </a:xfrm>
            <a:custGeom>
              <a:avLst/>
              <a:gdLst/>
              <a:ahLst/>
              <a:cxnLst/>
              <a:rect l="l" t="t" r="r" b="b"/>
              <a:pathLst>
                <a:path w="2322" h="2323" extrusionOk="0">
                  <a:moveTo>
                    <a:pt x="1167" y="0"/>
                  </a:moveTo>
                  <a:cubicBezTo>
                    <a:pt x="524" y="0"/>
                    <a:pt x="0" y="524"/>
                    <a:pt x="0" y="1155"/>
                  </a:cubicBezTo>
                  <a:cubicBezTo>
                    <a:pt x="0" y="1798"/>
                    <a:pt x="524" y="2322"/>
                    <a:pt x="1167" y="2322"/>
                  </a:cubicBezTo>
                  <a:cubicBezTo>
                    <a:pt x="1810" y="2322"/>
                    <a:pt x="2322" y="1798"/>
                    <a:pt x="2322" y="1155"/>
                  </a:cubicBezTo>
                  <a:cubicBezTo>
                    <a:pt x="2322" y="524"/>
                    <a:pt x="1810" y="0"/>
                    <a:pt x="1167"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0"/>
            <p:cNvSpPr/>
            <p:nvPr/>
          </p:nvSpPr>
          <p:spPr>
            <a:xfrm>
              <a:off x="3171225" y="3069450"/>
              <a:ext cx="102700" cy="107875"/>
            </a:xfrm>
            <a:custGeom>
              <a:avLst/>
              <a:gdLst/>
              <a:ahLst/>
              <a:cxnLst/>
              <a:rect l="l" t="t" r="r" b="b"/>
              <a:pathLst>
                <a:path w="4108" h="4315" extrusionOk="0">
                  <a:moveTo>
                    <a:pt x="528" y="0"/>
                  </a:moveTo>
                  <a:cubicBezTo>
                    <a:pt x="459" y="0"/>
                    <a:pt x="408" y="65"/>
                    <a:pt x="429" y="148"/>
                  </a:cubicBezTo>
                  <a:cubicBezTo>
                    <a:pt x="1012" y="2088"/>
                    <a:pt x="0" y="4124"/>
                    <a:pt x="0" y="4136"/>
                  </a:cubicBezTo>
                  <a:lnTo>
                    <a:pt x="3536" y="4315"/>
                  </a:lnTo>
                  <a:cubicBezTo>
                    <a:pt x="3632" y="4291"/>
                    <a:pt x="3703" y="4148"/>
                    <a:pt x="3763" y="3934"/>
                  </a:cubicBezTo>
                  <a:cubicBezTo>
                    <a:pt x="3798" y="3838"/>
                    <a:pt x="3810" y="3719"/>
                    <a:pt x="3834" y="3600"/>
                  </a:cubicBezTo>
                  <a:cubicBezTo>
                    <a:pt x="3846" y="3529"/>
                    <a:pt x="3870" y="3434"/>
                    <a:pt x="3882" y="3350"/>
                  </a:cubicBezTo>
                  <a:cubicBezTo>
                    <a:pt x="3894" y="3243"/>
                    <a:pt x="3905" y="3136"/>
                    <a:pt x="3929" y="3017"/>
                  </a:cubicBezTo>
                  <a:cubicBezTo>
                    <a:pt x="3941" y="2910"/>
                    <a:pt x="3953" y="2815"/>
                    <a:pt x="3965" y="2695"/>
                  </a:cubicBezTo>
                  <a:cubicBezTo>
                    <a:pt x="3989" y="2588"/>
                    <a:pt x="3989" y="2469"/>
                    <a:pt x="4001" y="2362"/>
                  </a:cubicBezTo>
                  <a:cubicBezTo>
                    <a:pt x="4013" y="2243"/>
                    <a:pt x="4013" y="2112"/>
                    <a:pt x="4025" y="1981"/>
                  </a:cubicBezTo>
                  <a:cubicBezTo>
                    <a:pt x="4025" y="1862"/>
                    <a:pt x="4048" y="1743"/>
                    <a:pt x="4048" y="1636"/>
                  </a:cubicBezTo>
                  <a:cubicBezTo>
                    <a:pt x="4060" y="1481"/>
                    <a:pt x="4072" y="1362"/>
                    <a:pt x="4072" y="1243"/>
                  </a:cubicBezTo>
                  <a:cubicBezTo>
                    <a:pt x="4072" y="1112"/>
                    <a:pt x="4096" y="993"/>
                    <a:pt x="4096" y="910"/>
                  </a:cubicBezTo>
                  <a:cubicBezTo>
                    <a:pt x="4108" y="695"/>
                    <a:pt x="4108" y="564"/>
                    <a:pt x="4108" y="564"/>
                  </a:cubicBezTo>
                  <a:lnTo>
                    <a:pt x="560" y="5"/>
                  </a:lnTo>
                  <a:cubicBezTo>
                    <a:pt x="549" y="2"/>
                    <a:pt x="538" y="0"/>
                    <a:pt x="528" y="0"/>
                  </a:cubicBezTo>
                  <a:close/>
                </a:path>
              </a:pathLst>
            </a:custGeom>
            <a:solidFill>
              <a:srgbClr val="B2D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0"/>
            <p:cNvSpPr/>
            <p:nvPr/>
          </p:nvSpPr>
          <p:spPr>
            <a:xfrm>
              <a:off x="3186700" y="3157175"/>
              <a:ext cx="80375" cy="10625"/>
            </a:xfrm>
            <a:custGeom>
              <a:avLst/>
              <a:gdLst/>
              <a:ahLst/>
              <a:cxnLst/>
              <a:rect l="l" t="t" r="r" b="b"/>
              <a:pathLst>
                <a:path w="3215" h="425" extrusionOk="0">
                  <a:moveTo>
                    <a:pt x="1503" y="1"/>
                  </a:moveTo>
                  <a:cubicBezTo>
                    <a:pt x="289" y="1"/>
                    <a:pt x="0" y="187"/>
                    <a:pt x="0" y="187"/>
                  </a:cubicBezTo>
                  <a:lnTo>
                    <a:pt x="3144" y="425"/>
                  </a:lnTo>
                  <a:cubicBezTo>
                    <a:pt x="3179" y="329"/>
                    <a:pt x="3191" y="210"/>
                    <a:pt x="3215" y="91"/>
                  </a:cubicBezTo>
                  <a:cubicBezTo>
                    <a:pt x="2503" y="25"/>
                    <a:pt x="1942" y="1"/>
                    <a:pt x="1503"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0"/>
            <p:cNvSpPr/>
            <p:nvPr/>
          </p:nvSpPr>
          <p:spPr>
            <a:xfrm>
              <a:off x="3192350" y="3142475"/>
              <a:ext cx="77425" cy="10150"/>
            </a:xfrm>
            <a:custGeom>
              <a:avLst/>
              <a:gdLst/>
              <a:ahLst/>
              <a:cxnLst/>
              <a:rect l="l" t="t" r="r" b="b"/>
              <a:pathLst>
                <a:path w="3097" h="406" extrusionOk="0">
                  <a:moveTo>
                    <a:pt x="1496" y="0"/>
                  </a:moveTo>
                  <a:cubicBezTo>
                    <a:pt x="290" y="0"/>
                    <a:pt x="1" y="191"/>
                    <a:pt x="1" y="191"/>
                  </a:cubicBezTo>
                  <a:lnTo>
                    <a:pt x="3049" y="406"/>
                  </a:lnTo>
                  <a:cubicBezTo>
                    <a:pt x="3060" y="310"/>
                    <a:pt x="3084" y="203"/>
                    <a:pt x="3096" y="84"/>
                  </a:cubicBezTo>
                  <a:cubicBezTo>
                    <a:pt x="2437" y="23"/>
                    <a:pt x="1912" y="0"/>
                    <a:pt x="1496"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0"/>
            <p:cNvSpPr/>
            <p:nvPr/>
          </p:nvSpPr>
          <p:spPr>
            <a:xfrm>
              <a:off x="3195025" y="3126225"/>
              <a:ext cx="76225" cy="10325"/>
            </a:xfrm>
            <a:custGeom>
              <a:avLst/>
              <a:gdLst/>
              <a:ahLst/>
              <a:cxnLst/>
              <a:rect l="l" t="t" r="r" b="b"/>
              <a:pathLst>
                <a:path w="3049" h="413" extrusionOk="0">
                  <a:moveTo>
                    <a:pt x="1481" y="1"/>
                  </a:moveTo>
                  <a:cubicBezTo>
                    <a:pt x="279" y="1"/>
                    <a:pt x="1" y="186"/>
                    <a:pt x="1" y="186"/>
                  </a:cubicBezTo>
                  <a:lnTo>
                    <a:pt x="3025" y="413"/>
                  </a:lnTo>
                  <a:cubicBezTo>
                    <a:pt x="3037" y="305"/>
                    <a:pt x="3037" y="186"/>
                    <a:pt x="3049" y="79"/>
                  </a:cubicBezTo>
                  <a:cubicBezTo>
                    <a:pt x="2403" y="22"/>
                    <a:pt x="1889" y="1"/>
                    <a:pt x="1481"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0"/>
            <p:cNvSpPr/>
            <p:nvPr/>
          </p:nvSpPr>
          <p:spPr>
            <a:xfrm>
              <a:off x="3198300" y="3107950"/>
              <a:ext cx="74150" cy="10150"/>
            </a:xfrm>
            <a:custGeom>
              <a:avLst/>
              <a:gdLst/>
              <a:ahLst/>
              <a:cxnLst/>
              <a:rect l="l" t="t" r="r" b="b"/>
              <a:pathLst>
                <a:path w="2966" h="406" extrusionOk="0">
                  <a:moveTo>
                    <a:pt x="1489" y="0"/>
                  </a:moveTo>
                  <a:cubicBezTo>
                    <a:pt x="280" y="0"/>
                    <a:pt x="1" y="191"/>
                    <a:pt x="1" y="191"/>
                  </a:cubicBezTo>
                  <a:lnTo>
                    <a:pt x="2953" y="405"/>
                  </a:lnTo>
                  <a:cubicBezTo>
                    <a:pt x="2953" y="286"/>
                    <a:pt x="2965" y="167"/>
                    <a:pt x="2965" y="72"/>
                  </a:cubicBezTo>
                  <a:cubicBezTo>
                    <a:pt x="2363" y="20"/>
                    <a:pt x="1878" y="0"/>
                    <a:pt x="1489"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0"/>
            <p:cNvSpPr/>
            <p:nvPr/>
          </p:nvSpPr>
          <p:spPr>
            <a:xfrm>
              <a:off x="3195325" y="3089725"/>
              <a:ext cx="78600" cy="10525"/>
            </a:xfrm>
            <a:custGeom>
              <a:avLst/>
              <a:gdLst/>
              <a:ahLst/>
              <a:cxnLst/>
              <a:rect l="l" t="t" r="r" b="b"/>
              <a:pathLst>
                <a:path w="3144" h="421" extrusionOk="0">
                  <a:moveTo>
                    <a:pt x="1483" y="1"/>
                  </a:moveTo>
                  <a:cubicBezTo>
                    <a:pt x="285" y="1"/>
                    <a:pt x="1" y="182"/>
                    <a:pt x="1" y="182"/>
                  </a:cubicBezTo>
                  <a:lnTo>
                    <a:pt x="3132" y="420"/>
                  </a:lnTo>
                  <a:cubicBezTo>
                    <a:pt x="3132" y="289"/>
                    <a:pt x="3144" y="170"/>
                    <a:pt x="3144" y="87"/>
                  </a:cubicBezTo>
                  <a:cubicBezTo>
                    <a:pt x="2455" y="24"/>
                    <a:pt x="1910" y="1"/>
                    <a:pt x="1483"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0"/>
            <p:cNvSpPr/>
            <p:nvPr/>
          </p:nvSpPr>
          <p:spPr>
            <a:xfrm>
              <a:off x="3163175" y="3068350"/>
              <a:ext cx="31575" cy="106025"/>
            </a:xfrm>
            <a:custGeom>
              <a:avLst/>
              <a:gdLst/>
              <a:ahLst/>
              <a:cxnLst/>
              <a:rect l="l" t="t" r="r" b="b"/>
              <a:pathLst>
                <a:path w="1263" h="4241" extrusionOk="0">
                  <a:moveTo>
                    <a:pt x="818" y="0"/>
                  </a:moveTo>
                  <a:cubicBezTo>
                    <a:pt x="536" y="0"/>
                    <a:pt x="225" y="916"/>
                    <a:pt x="120" y="2073"/>
                  </a:cubicBezTo>
                  <a:cubicBezTo>
                    <a:pt x="1" y="3240"/>
                    <a:pt x="156" y="4204"/>
                    <a:pt x="441" y="4240"/>
                  </a:cubicBezTo>
                  <a:cubicBezTo>
                    <a:pt x="445" y="4240"/>
                    <a:pt x="448" y="4240"/>
                    <a:pt x="452" y="4240"/>
                  </a:cubicBezTo>
                  <a:cubicBezTo>
                    <a:pt x="735" y="4240"/>
                    <a:pt x="1050" y="3320"/>
                    <a:pt x="1156" y="2168"/>
                  </a:cubicBezTo>
                  <a:cubicBezTo>
                    <a:pt x="1263" y="989"/>
                    <a:pt x="1120" y="25"/>
                    <a:pt x="834" y="1"/>
                  </a:cubicBezTo>
                  <a:cubicBezTo>
                    <a:pt x="829" y="0"/>
                    <a:pt x="823" y="0"/>
                    <a:pt x="818" y="0"/>
                  </a:cubicBezTo>
                  <a:close/>
                </a:path>
              </a:pathLst>
            </a:custGeom>
            <a:solidFill>
              <a:srgbClr val="7CA5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0"/>
            <p:cNvSpPr/>
            <p:nvPr/>
          </p:nvSpPr>
          <p:spPr>
            <a:xfrm>
              <a:off x="3159300" y="2942000"/>
              <a:ext cx="117875" cy="104325"/>
            </a:xfrm>
            <a:custGeom>
              <a:avLst/>
              <a:gdLst/>
              <a:ahLst/>
              <a:cxnLst/>
              <a:rect l="l" t="t" r="r" b="b"/>
              <a:pathLst>
                <a:path w="4715" h="4173" extrusionOk="0">
                  <a:moveTo>
                    <a:pt x="958" y="1"/>
                  </a:moveTo>
                  <a:cubicBezTo>
                    <a:pt x="793" y="1"/>
                    <a:pt x="627" y="113"/>
                    <a:pt x="584" y="293"/>
                  </a:cubicBezTo>
                  <a:lnTo>
                    <a:pt x="25" y="2852"/>
                  </a:lnTo>
                  <a:cubicBezTo>
                    <a:pt x="1" y="2971"/>
                    <a:pt x="25" y="3091"/>
                    <a:pt x="120" y="3174"/>
                  </a:cubicBezTo>
                  <a:cubicBezTo>
                    <a:pt x="406" y="3487"/>
                    <a:pt x="1191" y="4172"/>
                    <a:pt x="2499" y="4172"/>
                  </a:cubicBezTo>
                  <a:cubicBezTo>
                    <a:pt x="2880" y="4172"/>
                    <a:pt x="3305" y="4114"/>
                    <a:pt x="3775" y="3972"/>
                  </a:cubicBezTo>
                  <a:cubicBezTo>
                    <a:pt x="3990" y="3912"/>
                    <a:pt x="4156" y="3733"/>
                    <a:pt x="4192" y="3507"/>
                  </a:cubicBezTo>
                  <a:lnTo>
                    <a:pt x="4668" y="1293"/>
                  </a:lnTo>
                  <a:cubicBezTo>
                    <a:pt x="4715" y="1061"/>
                    <a:pt x="4546" y="840"/>
                    <a:pt x="4317" y="840"/>
                  </a:cubicBezTo>
                  <a:cubicBezTo>
                    <a:pt x="4311" y="840"/>
                    <a:pt x="4305" y="840"/>
                    <a:pt x="4299" y="840"/>
                  </a:cubicBezTo>
                  <a:cubicBezTo>
                    <a:pt x="4205" y="845"/>
                    <a:pt x="4099" y="848"/>
                    <a:pt x="3985" y="848"/>
                  </a:cubicBezTo>
                  <a:cubicBezTo>
                    <a:pt x="3231" y="848"/>
                    <a:pt x="2084" y="716"/>
                    <a:pt x="1144" y="54"/>
                  </a:cubicBezTo>
                  <a:cubicBezTo>
                    <a:pt x="1087" y="18"/>
                    <a:pt x="1023" y="1"/>
                    <a:pt x="958" y="1"/>
                  </a:cubicBezTo>
                  <a:close/>
                </a:path>
              </a:pathLst>
            </a:custGeom>
            <a:solidFill>
              <a:srgbClr val="6087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0"/>
            <p:cNvSpPr/>
            <p:nvPr/>
          </p:nvSpPr>
          <p:spPr>
            <a:xfrm>
              <a:off x="3172700" y="2934950"/>
              <a:ext cx="107475" cy="41525"/>
            </a:xfrm>
            <a:custGeom>
              <a:avLst/>
              <a:gdLst/>
              <a:ahLst/>
              <a:cxnLst/>
              <a:rect l="l" t="t" r="r" b="b"/>
              <a:pathLst>
                <a:path w="4299" h="1661" extrusionOk="0">
                  <a:moveTo>
                    <a:pt x="895" y="1"/>
                  </a:moveTo>
                  <a:cubicBezTo>
                    <a:pt x="450" y="1"/>
                    <a:pt x="147" y="93"/>
                    <a:pt x="96" y="277"/>
                  </a:cubicBezTo>
                  <a:cubicBezTo>
                    <a:pt x="1" y="610"/>
                    <a:pt x="846" y="1146"/>
                    <a:pt x="1989" y="1444"/>
                  </a:cubicBezTo>
                  <a:cubicBezTo>
                    <a:pt x="2519" y="1589"/>
                    <a:pt x="3017" y="1661"/>
                    <a:pt x="3407" y="1661"/>
                  </a:cubicBezTo>
                  <a:cubicBezTo>
                    <a:pt x="3850" y="1661"/>
                    <a:pt x="4153" y="1568"/>
                    <a:pt x="4204" y="1384"/>
                  </a:cubicBezTo>
                  <a:cubicBezTo>
                    <a:pt x="4299" y="1039"/>
                    <a:pt x="3454" y="515"/>
                    <a:pt x="2322" y="217"/>
                  </a:cubicBezTo>
                  <a:cubicBezTo>
                    <a:pt x="1787" y="72"/>
                    <a:pt x="1286" y="1"/>
                    <a:pt x="895" y="1"/>
                  </a:cubicBezTo>
                  <a:close/>
                </a:path>
              </a:pathLst>
            </a:custGeom>
            <a:solidFill>
              <a:srgbClr val="466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0"/>
            <p:cNvSpPr/>
            <p:nvPr/>
          </p:nvSpPr>
          <p:spPr>
            <a:xfrm>
              <a:off x="3235225" y="2973700"/>
              <a:ext cx="110150" cy="110175"/>
            </a:xfrm>
            <a:custGeom>
              <a:avLst/>
              <a:gdLst/>
              <a:ahLst/>
              <a:cxnLst/>
              <a:rect l="l" t="t" r="r" b="b"/>
              <a:pathLst>
                <a:path w="4406" h="4407" extrusionOk="0">
                  <a:moveTo>
                    <a:pt x="2203" y="1"/>
                  </a:moveTo>
                  <a:cubicBezTo>
                    <a:pt x="988" y="1"/>
                    <a:pt x="0" y="989"/>
                    <a:pt x="0" y="2204"/>
                  </a:cubicBezTo>
                  <a:cubicBezTo>
                    <a:pt x="0" y="3418"/>
                    <a:pt x="988" y="4406"/>
                    <a:pt x="2203" y="4406"/>
                  </a:cubicBezTo>
                  <a:cubicBezTo>
                    <a:pt x="3417" y="4406"/>
                    <a:pt x="4405" y="3418"/>
                    <a:pt x="4405" y="2204"/>
                  </a:cubicBezTo>
                  <a:cubicBezTo>
                    <a:pt x="4405" y="989"/>
                    <a:pt x="3417" y="1"/>
                    <a:pt x="2203"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0"/>
            <p:cNvSpPr/>
            <p:nvPr/>
          </p:nvSpPr>
          <p:spPr>
            <a:xfrm>
              <a:off x="3242650" y="2981150"/>
              <a:ext cx="95275" cy="95275"/>
            </a:xfrm>
            <a:custGeom>
              <a:avLst/>
              <a:gdLst/>
              <a:ahLst/>
              <a:cxnLst/>
              <a:rect l="l" t="t" r="r" b="b"/>
              <a:pathLst>
                <a:path w="3811" h="3811" extrusionOk="0">
                  <a:moveTo>
                    <a:pt x="1906" y="1"/>
                  </a:moveTo>
                  <a:cubicBezTo>
                    <a:pt x="846" y="1"/>
                    <a:pt x="1" y="858"/>
                    <a:pt x="1" y="1906"/>
                  </a:cubicBezTo>
                  <a:cubicBezTo>
                    <a:pt x="1" y="2965"/>
                    <a:pt x="846" y="3811"/>
                    <a:pt x="1906" y="3811"/>
                  </a:cubicBezTo>
                  <a:cubicBezTo>
                    <a:pt x="2953" y="3811"/>
                    <a:pt x="3811" y="2965"/>
                    <a:pt x="3811" y="1906"/>
                  </a:cubicBezTo>
                  <a:cubicBezTo>
                    <a:pt x="3811" y="858"/>
                    <a:pt x="2953" y="1"/>
                    <a:pt x="1906" y="1"/>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0"/>
            <p:cNvSpPr/>
            <p:nvPr/>
          </p:nvSpPr>
          <p:spPr>
            <a:xfrm>
              <a:off x="3251875" y="2990375"/>
              <a:ext cx="76525" cy="76825"/>
            </a:xfrm>
            <a:custGeom>
              <a:avLst/>
              <a:gdLst/>
              <a:ahLst/>
              <a:cxnLst/>
              <a:rect l="l" t="t" r="r" b="b"/>
              <a:pathLst>
                <a:path w="3061" h="3073" extrusionOk="0">
                  <a:moveTo>
                    <a:pt x="1537" y="1"/>
                  </a:moveTo>
                  <a:cubicBezTo>
                    <a:pt x="691" y="1"/>
                    <a:pt x="1" y="691"/>
                    <a:pt x="1" y="1537"/>
                  </a:cubicBezTo>
                  <a:cubicBezTo>
                    <a:pt x="1" y="2382"/>
                    <a:pt x="691" y="3072"/>
                    <a:pt x="1537" y="3072"/>
                  </a:cubicBezTo>
                  <a:cubicBezTo>
                    <a:pt x="2382" y="3072"/>
                    <a:pt x="3061" y="2382"/>
                    <a:pt x="3061" y="1537"/>
                  </a:cubicBezTo>
                  <a:cubicBezTo>
                    <a:pt x="3061" y="691"/>
                    <a:pt x="2382" y="1"/>
                    <a:pt x="1537"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0"/>
            <p:cNvSpPr/>
            <p:nvPr/>
          </p:nvSpPr>
          <p:spPr>
            <a:xfrm>
              <a:off x="3261100" y="2999900"/>
              <a:ext cx="58075" cy="58075"/>
            </a:xfrm>
            <a:custGeom>
              <a:avLst/>
              <a:gdLst/>
              <a:ahLst/>
              <a:cxnLst/>
              <a:rect l="l" t="t" r="r" b="b"/>
              <a:pathLst>
                <a:path w="2323" h="2323" extrusionOk="0">
                  <a:moveTo>
                    <a:pt x="1168" y="1"/>
                  </a:moveTo>
                  <a:cubicBezTo>
                    <a:pt x="525" y="1"/>
                    <a:pt x="1" y="513"/>
                    <a:pt x="1" y="1156"/>
                  </a:cubicBezTo>
                  <a:cubicBezTo>
                    <a:pt x="1" y="1798"/>
                    <a:pt x="525" y="2322"/>
                    <a:pt x="1168" y="2322"/>
                  </a:cubicBezTo>
                  <a:cubicBezTo>
                    <a:pt x="1811" y="2322"/>
                    <a:pt x="2323" y="1798"/>
                    <a:pt x="2323" y="1156"/>
                  </a:cubicBezTo>
                  <a:cubicBezTo>
                    <a:pt x="2323" y="513"/>
                    <a:pt x="1811" y="1"/>
                    <a:pt x="1168" y="1"/>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0"/>
            <p:cNvSpPr/>
            <p:nvPr/>
          </p:nvSpPr>
          <p:spPr>
            <a:xfrm>
              <a:off x="3110500" y="3000200"/>
              <a:ext cx="110150" cy="110150"/>
            </a:xfrm>
            <a:custGeom>
              <a:avLst/>
              <a:gdLst/>
              <a:ahLst/>
              <a:cxnLst/>
              <a:rect l="l" t="t" r="r" b="b"/>
              <a:pathLst>
                <a:path w="4406" h="4406" extrusionOk="0">
                  <a:moveTo>
                    <a:pt x="2203" y="1"/>
                  </a:moveTo>
                  <a:cubicBezTo>
                    <a:pt x="989" y="1"/>
                    <a:pt x="0" y="989"/>
                    <a:pt x="0" y="2203"/>
                  </a:cubicBezTo>
                  <a:cubicBezTo>
                    <a:pt x="0" y="3418"/>
                    <a:pt x="989" y="4406"/>
                    <a:pt x="2203" y="4406"/>
                  </a:cubicBezTo>
                  <a:cubicBezTo>
                    <a:pt x="3417" y="4406"/>
                    <a:pt x="4406" y="3418"/>
                    <a:pt x="4406" y="2203"/>
                  </a:cubicBezTo>
                  <a:cubicBezTo>
                    <a:pt x="4406" y="989"/>
                    <a:pt x="3417" y="1"/>
                    <a:pt x="2203"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0"/>
            <p:cNvSpPr/>
            <p:nvPr/>
          </p:nvSpPr>
          <p:spPr>
            <a:xfrm>
              <a:off x="3117925" y="3007650"/>
              <a:ext cx="95275" cy="95275"/>
            </a:xfrm>
            <a:custGeom>
              <a:avLst/>
              <a:gdLst/>
              <a:ahLst/>
              <a:cxnLst/>
              <a:rect l="l" t="t" r="r" b="b"/>
              <a:pathLst>
                <a:path w="3811" h="3811" extrusionOk="0">
                  <a:moveTo>
                    <a:pt x="1906" y="0"/>
                  </a:moveTo>
                  <a:cubicBezTo>
                    <a:pt x="858" y="0"/>
                    <a:pt x="1" y="857"/>
                    <a:pt x="1" y="1905"/>
                  </a:cubicBezTo>
                  <a:cubicBezTo>
                    <a:pt x="1" y="2953"/>
                    <a:pt x="858" y="3810"/>
                    <a:pt x="1906" y="3810"/>
                  </a:cubicBezTo>
                  <a:cubicBezTo>
                    <a:pt x="2954" y="3810"/>
                    <a:pt x="3811" y="2953"/>
                    <a:pt x="3811" y="1905"/>
                  </a:cubicBezTo>
                  <a:cubicBezTo>
                    <a:pt x="3811" y="857"/>
                    <a:pt x="2954" y="0"/>
                    <a:pt x="1906"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0"/>
            <p:cNvSpPr/>
            <p:nvPr/>
          </p:nvSpPr>
          <p:spPr>
            <a:xfrm>
              <a:off x="3127175" y="3016875"/>
              <a:ext cx="76800" cy="76825"/>
            </a:xfrm>
            <a:custGeom>
              <a:avLst/>
              <a:gdLst/>
              <a:ahLst/>
              <a:cxnLst/>
              <a:rect l="l" t="t" r="r" b="b"/>
              <a:pathLst>
                <a:path w="3072" h="3073" extrusionOk="0">
                  <a:moveTo>
                    <a:pt x="1536" y="0"/>
                  </a:moveTo>
                  <a:cubicBezTo>
                    <a:pt x="691" y="0"/>
                    <a:pt x="0" y="691"/>
                    <a:pt x="0" y="1536"/>
                  </a:cubicBezTo>
                  <a:cubicBezTo>
                    <a:pt x="0" y="2382"/>
                    <a:pt x="691" y="3072"/>
                    <a:pt x="1536" y="3072"/>
                  </a:cubicBezTo>
                  <a:cubicBezTo>
                    <a:pt x="2381" y="3072"/>
                    <a:pt x="3072" y="2382"/>
                    <a:pt x="3072" y="1536"/>
                  </a:cubicBezTo>
                  <a:cubicBezTo>
                    <a:pt x="3072" y="691"/>
                    <a:pt x="2381" y="0"/>
                    <a:pt x="1536" y="0"/>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0"/>
            <p:cNvSpPr/>
            <p:nvPr/>
          </p:nvSpPr>
          <p:spPr>
            <a:xfrm>
              <a:off x="3136400" y="3026100"/>
              <a:ext cx="58050" cy="58075"/>
            </a:xfrm>
            <a:custGeom>
              <a:avLst/>
              <a:gdLst/>
              <a:ahLst/>
              <a:cxnLst/>
              <a:rect l="l" t="t" r="r" b="b"/>
              <a:pathLst>
                <a:path w="2322" h="2323" extrusionOk="0">
                  <a:moveTo>
                    <a:pt x="1167" y="0"/>
                  </a:moveTo>
                  <a:cubicBezTo>
                    <a:pt x="524" y="0"/>
                    <a:pt x="0" y="524"/>
                    <a:pt x="0" y="1167"/>
                  </a:cubicBezTo>
                  <a:cubicBezTo>
                    <a:pt x="0" y="1810"/>
                    <a:pt x="524" y="2322"/>
                    <a:pt x="1167" y="2322"/>
                  </a:cubicBezTo>
                  <a:cubicBezTo>
                    <a:pt x="1810" y="2322"/>
                    <a:pt x="2322" y="1810"/>
                    <a:pt x="2322" y="1167"/>
                  </a:cubicBezTo>
                  <a:cubicBezTo>
                    <a:pt x="2322" y="524"/>
                    <a:pt x="1810" y="0"/>
                    <a:pt x="1167"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0"/>
            <p:cNvSpPr/>
            <p:nvPr/>
          </p:nvSpPr>
          <p:spPr>
            <a:xfrm>
              <a:off x="3417675" y="3262375"/>
              <a:ext cx="130400" cy="116100"/>
            </a:xfrm>
            <a:custGeom>
              <a:avLst/>
              <a:gdLst/>
              <a:ahLst/>
              <a:cxnLst/>
              <a:rect l="l" t="t" r="r" b="b"/>
              <a:pathLst>
                <a:path w="5216" h="4644" extrusionOk="0">
                  <a:moveTo>
                    <a:pt x="2606" y="1"/>
                  </a:moveTo>
                  <a:cubicBezTo>
                    <a:pt x="2097" y="1"/>
                    <a:pt x="1584" y="168"/>
                    <a:pt x="1155" y="515"/>
                  </a:cubicBezTo>
                  <a:cubicBezTo>
                    <a:pt x="155" y="1313"/>
                    <a:pt x="1" y="2777"/>
                    <a:pt x="798" y="3777"/>
                  </a:cubicBezTo>
                  <a:cubicBezTo>
                    <a:pt x="1254" y="4348"/>
                    <a:pt x="1926" y="4644"/>
                    <a:pt x="2606" y="4644"/>
                  </a:cubicBezTo>
                  <a:cubicBezTo>
                    <a:pt x="3117" y="4644"/>
                    <a:pt x="3631" y="4477"/>
                    <a:pt x="4061" y="4134"/>
                  </a:cubicBezTo>
                  <a:cubicBezTo>
                    <a:pt x="5061" y="3337"/>
                    <a:pt x="5216" y="1872"/>
                    <a:pt x="4418" y="872"/>
                  </a:cubicBezTo>
                  <a:cubicBezTo>
                    <a:pt x="3962" y="300"/>
                    <a:pt x="3287" y="1"/>
                    <a:pt x="2606" y="1"/>
                  </a:cubicBezTo>
                  <a:close/>
                </a:path>
              </a:pathLst>
            </a:custGeom>
            <a:solidFill>
              <a:srgbClr val="749C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0"/>
            <p:cNvSpPr/>
            <p:nvPr/>
          </p:nvSpPr>
          <p:spPr>
            <a:xfrm>
              <a:off x="3430175" y="3273550"/>
              <a:ext cx="105400" cy="93750"/>
            </a:xfrm>
            <a:custGeom>
              <a:avLst/>
              <a:gdLst/>
              <a:ahLst/>
              <a:cxnLst/>
              <a:rect l="l" t="t" r="r" b="b"/>
              <a:pathLst>
                <a:path w="4216" h="3750" extrusionOk="0">
                  <a:moveTo>
                    <a:pt x="2109" y="1"/>
                  </a:moveTo>
                  <a:cubicBezTo>
                    <a:pt x="1695" y="1"/>
                    <a:pt x="1278" y="136"/>
                    <a:pt x="929" y="413"/>
                  </a:cubicBezTo>
                  <a:cubicBezTo>
                    <a:pt x="132" y="1056"/>
                    <a:pt x="1" y="2247"/>
                    <a:pt x="644" y="3044"/>
                  </a:cubicBezTo>
                  <a:cubicBezTo>
                    <a:pt x="1019" y="3509"/>
                    <a:pt x="1567" y="3750"/>
                    <a:pt x="2118" y="3750"/>
                  </a:cubicBezTo>
                  <a:cubicBezTo>
                    <a:pt x="2529" y="3750"/>
                    <a:pt x="2941" y="3616"/>
                    <a:pt x="3287" y="3342"/>
                  </a:cubicBezTo>
                  <a:cubicBezTo>
                    <a:pt x="4084" y="2687"/>
                    <a:pt x="4215" y="1509"/>
                    <a:pt x="3573" y="699"/>
                  </a:cubicBezTo>
                  <a:cubicBezTo>
                    <a:pt x="3200" y="238"/>
                    <a:pt x="2657" y="1"/>
                    <a:pt x="2109" y="1"/>
                  </a:cubicBezTo>
                  <a:close/>
                </a:path>
              </a:pathLst>
            </a:custGeom>
            <a:solidFill>
              <a:srgbClr val="608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0"/>
            <p:cNvSpPr/>
            <p:nvPr/>
          </p:nvSpPr>
          <p:spPr>
            <a:xfrm>
              <a:off x="3328075" y="3221550"/>
              <a:ext cx="103325" cy="107875"/>
            </a:xfrm>
            <a:custGeom>
              <a:avLst/>
              <a:gdLst/>
              <a:ahLst/>
              <a:cxnLst/>
              <a:rect l="l" t="t" r="r" b="b"/>
              <a:pathLst>
                <a:path w="4133" h="4315" extrusionOk="0">
                  <a:moveTo>
                    <a:pt x="555" y="1"/>
                  </a:moveTo>
                  <a:cubicBezTo>
                    <a:pt x="483" y="1"/>
                    <a:pt x="422" y="74"/>
                    <a:pt x="453" y="148"/>
                  </a:cubicBezTo>
                  <a:cubicBezTo>
                    <a:pt x="1013" y="2088"/>
                    <a:pt x="1" y="4124"/>
                    <a:pt x="13" y="4136"/>
                  </a:cubicBezTo>
                  <a:lnTo>
                    <a:pt x="3561" y="4315"/>
                  </a:lnTo>
                  <a:cubicBezTo>
                    <a:pt x="3644" y="4291"/>
                    <a:pt x="3727" y="4160"/>
                    <a:pt x="3787" y="3934"/>
                  </a:cubicBezTo>
                  <a:cubicBezTo>
                    <a:pt x="3811" y="3839"/>
                    <a:pt x="3823" y="3720"/>
                    <a:pt x="3858" y="3600"/>
                  </a:cubicBezTo>
                  <a:cubicBezTo>
                    <a:pt x="3870" y="3529"/>
                    <a:pt x="3882" y="3446"/>
                    <a:pt x="3906" y="3350"/>
                  </a:cubicBezTo>
                  <a:cubicBezTo>
                    <a:pt x="3918" y="3243"/>
                    <a:pt x="3930" y="3136"/>
                    <a:pt x="3942" y="3017"/>
                  </a:cubicBezTo>
                  <a:cubicBezTo>
                    <a:pt x="3966" y="2922"/>
                    <a:pt x="3977" y="2815"/>
                    <a:pt x="3989" y="2696"/>
                  </a:cubicBezTo>
                  <a:cubicBezTo>
                    <a:pt x="4001" y="2588"/>
                    <a:pt x="4001" y="2469"/>
                    <a:pt x="4025" y="2362"/>
                  </a:cubicBezTo>
                  <a:cubicBezTo>
                    <a:pt x="4037" y="2243"/>
                    <a:pt x="4037" y="2112"/>
                    <a:pt x="4049" y="1981"/>
                  </a:cubicBezTo>
                  <a:cubicBezTo>
                    <a:pt x="4049" y="1862"/>
                    <a:pt x="4061" y="1743"/>
                    <a:pt x="4061" y="1636"/>
                  </a:cubicBezTo>
                  <a:cubicBezTo>
                    <a:pt x="4085" y="1493"/>
                    <a:pt x="4097" y="1374"/>
                    <a:pt x="4097" y="1255"/>
                  </a:cubicBezTo>
                  <a:cubicBezTo>
                    <a:pt x="4097" y="1112"/>
                    <a:pt x="4108" y="993"/>
                    <a:pt x="4108" y="910"/>
                  </a:cubicBezTo>
                  <a:cubicBezTo>
                    <a:pt x="4132" y="695"/>
                    <a:pt x="4132" y="564"/>
                    <a:pt x="4132" y="564"/>
                  </a:cubicBezTo>
                  <a:lnTo>
                    <a:pt x="584" y="5"/>
                  </a:lnTo>
                  <a:cubicBezTo>
                    <a:pt x="574" y="2"/>
                    <a:pt x="565" y="1"/>
                    <a:pt x="555" y="1"/>
                  </a:cubicBezTo>
                  <a:close/>
                </a:path>
              </a:pathLst>
            </a:custGeom>
            <a:solidFill>
              <a:srgbClr val="B2D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0"/>
            <p:cNvSpPr/>
            <p:nvPr/>
          </p:nvSpPr>
          <p:spPr>
            <a:xfrm>
              <a:off x="3343850" y="3309275"/>
              <a:ext cx="80400" cy="10625"/>
            </a:xfrm>
            <a:custGeom>
              <a:avLst/>
              <a:gdLst/>
              <a:ahLst/>
              <a:cxnLst/>
              <a:rect l="l" t="t" r="r" b="b"/>
              <a:pathLst>
                <a:path w="3216" h="425" extrusionOk="0">
                  <a:moveTo>
                    <a:pt x="1503" y="1"/>
                  </a:moveTo>
                  <a:cubicBezTo>
                    <a:pt x="290" y="1"/>
                    <a:pt x="1" y="187"/>
                    <a:pt x="1" y="187"/>
                  </a:cubicBezTo>
                  <a:lnTo>
                    <a:pt x="3144" y="425"/>
                  </a:lnTo>
                  <a:cubicBezTo>
                    <a:pt x="3168" y="330"/>
                    <a:pt x="3180" y="211"/>
                    <a:pt x="3216" y="91"/>
                  </a:cubicBezTo>
                  <a:cubicBezTo>
                    <a:pt x="2503" y="25"/>
                    <a:pt x="1943" y="1"/>
                    <a:pt x="1503"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0"/>
            <p:cNvSpPr/>
            <p:nvPr/>
          </p:nvSpPr>
          <p:spPr>
            <a:xfrm>
              <a:off x="3349525" y="3294575"/>
              <a:ext cx="77400" cy="10450"/>
            </a:xfrm>
            <a:custGeom>
              <a:avLst/>
              <a:gdLst/>
              <a:ahLst/>
              <a:cxnLst/>
              <a:rect l="l" t="t" r="r" b="b"/>
              <a:pathLst>
                <a:path w="3096" h="418" extrusionOk="0">
                  <a:moveTo>
                    <a:pt x="1491" y="0"/>
                  </a:moveTo>
                  <a:cubicBezTo>
                    <a:pt x="283" y="0"/>
                    <a:pt x="0" y="191"/>
                    <a:pt x="0" y="191"/>
                  </a:cubicBezTo>
                  <a:lnTo>
                    <a:pt x="3048" y="418"/>
                  </a:lnTo>
                  <a:cubicBezTo>
                    <a:pt x="3060" y="310"/>
                    <a:pt x="3072" y="203"/>
                    <a:pt x="3096" y="84"/>
                  </a:cubicBezTo>
                  <a:cubicBezTo>
                    <a:pt x="2433" y="23"/>
                    <a:pt x="1907" y="0"/>
                    <a:pt x="1491"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0"/>
            <p:cNvSpPr/>
            <p:nvPr/>
          </p:nvSpPr>
          <p:spPr>
            <a:xfrm>
              <a:off x="3351900" y="3278325"/>
              <a:ext cx="76525" cy="10325"/>
            </a:xfrm>
            <a:custGeom>
              <a:avLst/>
              <a:gdLst/>
              <a:ahLst/>
              <a:cxnLst/>
              <a:rect l="l" t="t" r="r" b="b"/>
              <a:pathLst>
                <a:path w="3061" h="413" extrusionOk="0">
                  <a:moveTo>
                    <a:pt x="1491" y="1"/>
                  </a:moveTo>
                  <a:cubicBezTo>
                    <a:pt x="286" y="1"/>
                    <a:pt x="0" y="186"/>
                    <a:pt x="0" y="186"/>
                  </a:cubicBezTo>
                  <a:lnTo>
                    <a:pt x="3024" y="413"/>
                  </a:lnTo>
                  <a:cubicBezTo>
                    <a:pt x="3036" y="306"/>
                    <a:pt x="3036" y="186"/>
                    <a:pt x="3060" y="79"/>
                  </a:cubicBezTo>
                  <a:cubicBezTo>
                    <a:pt x="2415" y="22"/>
                    <a:pt x="1900" y="1"/>
                    <a:pt x="1491"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0"/>
            <p:cNvSpPr/>
            <p:nvPr/>
          </p:nvSpPr>
          <p:spPr>
            <a:xfrm>
              <a:off x="3355775" y="3260050"/>
              <a:ext cx="74125" cy="10450"/>
            </a:xfrm>
            <a:custGeom>
              <a:avLst/>
              <a:gdLst/>
              <a:ahLst/>
              <a:cxnLst/>
              <a:rect l="l" t="t" r="r" b="b"/>
              <a:pathLst>
                <a:path w="2965" h="418" extrusionOk="0">
                  <a:moveTo>
                    <a:pt x="1489" y="0"/>
                  </a:moveTo>
                  <a:cubicBezTo>
                    <a:pt x="280" y="0"/>
                    <a:pt x="0" y="191"/>
                    <a:pt x="0" y="191"/>
                  </a:cubicBezTo>
                  <a:lnTo>
                    <a:pt x="2941" y="417"/>
                  </a:lnTo>
                  <a:cubicBezTo>
                    <a:pt x="2941" y="298"/>
                    <a:pt x="2965" y="179"/>
                    <a:pt x="2965" y="72"/>
                  </a:cubicBezTo>
                  <a:cubicBezTo>
                    <a:pt x="2362" y="20"/>
                    <a:pt x="1878" y="0"/>
                    <a:pt x="1489"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0"/>
            <p:cNvSpPr/>
            <p:nvPr/>
          </p:nvSpPr>
          <p:spPr>
            <a:xfrm>
              <a:off x="3352500" y="3241875"/>
              <a:ext cx="78300" cy="10475"/>
            </a:xfrm>
            <a:custGeom>
              <a:avLst/>
              <a:gdLst/>
              <a:ahLst/>
              <a:cxnLst/>
              <a:rect l="l" t="t" r="r" b="b"/>
              <a:pathLst>
                <a:path w="3132" h="419" extrusionOk="0">
                  <a:moveTo>
                    <a:pt x="1505" y="1"/>
                  </a:moveTo>
                  <a:cubicBezTo>
                    <a:pt x="283" y="1"/>
                    <a:pt x="0" y="192"/>
                    <a:pt x="0" y="192"/>
                  </a:cubicBezTo>
                  <a:lnTo>
                    <a:pt x="3120" y="418"/>
                  </a:lnTo>
                  <a:cubicBezTo>
                    <a:pt x="3120" y="287"/>
                    <a:pt x="3131" y="168"/>
                    <a:pt x="3131" y="85"/>
                  </a:cubicBezTo>
                  <a:cubicBezTo>
                    <a:pt x="2460" y="24"/>
                    <a:pt x="1927" y="1"/>
                    <a:pt x="1505"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0"/>
            <p:cNvSpPr/>
            <p:nvPr/>
          </p:nvSpPr>
          <p:spPr>
            <a:xfrm>
              <a:off x="3320650" y="3220150"/>
              <a:ext cx="31275" cy="106025"/>
            </a:xfrm>
            <a:custGeom>
              <a:avLst/>
              <a:gdLst/>
              <a:ahLst/>
              <a:cxnLst/>
              <a:rect l="l" t="t" r="r" b="b"/>
              <a:pathLst>
                <a:path w="1251" h="4241" extrusionOk="0">
                  <a:moveTo>
                    <a:pt x="811" y="1"/>
                  </a:moveTo>
                  <a:cubicBezTo>
                    <a:pt x="528" y="1"/>
                    <a:pt x="213" y="921"/>
                    <a:pt x="107" y="2073"/>
                  </a:cubicBezTo>
                  <a:cubicBezTo>
                    <a:pt x="0" y="3240"/>
                    <a:pt x="143" y="4216"/>
                    <a:pt x="429" y="4240"/>
                  </a:cubicBezTo>
                  <a:cubicBezTo>
                    <a:pt x="432" y="4240"/>
                    <a:pt x="436" y="4240"/>
                    <a:pt x="440" y="4240"/>
                  </a:cubicBezTo>
                  <a:cubicBezTo>
                    <a:pt x="723" y="4240"/>
                    <a:pt x="1037" y="3320"/>
                    <a:pt x="1143" y="2168"/>
                  </a:cubicBezTo>
                  <a:cubicBezTo>
                    <a:pt x="1250" y="1001"/>
                    <a:pt x="1107" y="25"/>
                    <a:pt x="822" y="1"/>
                  </a:cubicBezTo>
                  <a:cubicBezTo>
                    <a:pt x="818" y="1"/>
                    <a:pt x="814" y="1"/>
                    <a:pt x="811" y="1"/>
                  </a:cubicBezTo>
                  <a:close/>
                </a:path>
              </a:pathLst>
            </a:custGeom>
            <a:solidFill>
              <a:srgbClr val="7CA5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0"/>
            <p:cNvSpPr/>
            <p:nvPr/>
          </p:nvSpPr>
          <p:spPr>
            <a:xfrm>
              <a:off x="3314700" y="3154975"/>
              <a:ext cx="110150" cy="110175"/>
            </a:xfrm>
            <a:custGeom>
              <a:avLst/>
              <a:gdLst/>
              <a:ahLst/>
              <a:cxnLst/>
              <a:rect l="l" t="t" r="r" b="b"/>
              <a:pathLst>
                <a:path w="4406" h="4407" extrusionOk="0">
                  <a:moveTo>
                    <a:pt x="2203" y="1"/>
                  </a:moveTo>
                  <a:cubicBezTo>
                    <a:pt x="988" y="1"/>
                    <a:pt x="0" y="989"/>
                    <a:pt x="0" y="2203"/>
                  </a:cubicBezTo>
                  <a:cubicBezTo>
                    <a:pt x="0" y="3418"/>
                    <a:pt x="988" y="4406"/>
                    <a:pt x="2203" y="4406"/>
                  </a:cubicBezTo>
                  <a:cubicBezTo>
                    <a:pt x="3417" y="4406"/>
                    <a:pt x="4405" y="3418"/>
                    <a:pt x="4405" y="2203"/>
                  </a:cubicBezTo>
                  <a:cubicBezTo>
                    <a:pt x="4405" y="989"/>
                    <a:pt x="3417" y="1"/>
                    <a:pt x="2203"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0"/>
            <p:cNvSpPr/>
            <p:nvPr/>
          </p:nvSpPr>
          <p:spPr>
            <a:xfrm>
              <a:off x="3322125" y="3162425"/>
              <a:ext cx="95275" cy="95275"/>
            </a:xfrm>
            <a:custGeom>
              <a:avLst/>
              <a:gdLst/>
              <a:ahLst/>
              <a:cxnLst/>
              <a:rect l="l" t="t" r="r" b="b"/>
              <a:pathLst>
                <a:path w="3811" h="3811" extrusionOk="0">
                  <a:moveTo>
                    <a:pt x="1906" y="0"/>
                  </a:moveTo>
                  <a:cubicBezTo>
                    <a:pt x="858" y="0"/>
                    <a:pt x="1" y="858"/>
                    <a:pt x="1" y="1905"/>
                  </a:cubicBezTo>
                  <a:cubicBezTo>
                    <a:pt x="1" y="2953"/>
                    <a:pt x="858" y="3810"/>
                    <a:pt x="1906" y="3810"/>
                  </a:cubicBezTo>
                  <a:cubicBezTo>
                    <a:pt x="2965" y="3810"/>
                    <a:pt x="3811" y="2953"/>
                    <a:pt x="3811" y="1905"/>
                  </a:cubicBezTo>
                  <a:cubicBezTo>
                    <a:pt x="3811" y="858"/>
                    <a:pt x="2965" y="0"/>
                    <a:pt x="1906"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0"/>
            <p:cNvSpPr/>
            <p:nvPr/>
          </p:nvSpPr>
          <p:spPr>
            <a:xfrm>
              <a:off x="3331650" y="3171650"/>
              <a:ext cx="76525" cy="76825"/>
            </a:xfrm>
            <a:custGeom>
              <a:avLst/>
              <a:gdLst/>
              <a:ahLst/>
              <a:cxnLst/>
              <a:rect l="l" t="t" r="r" b="b"/>
              <a:pathLst>
                <a:path w="3061" h="3073" extrusionOk="0">
                  <a:moveTo>
                    <a:pt x="1525" y="1"/>
                  </a:moveTo>
                  <a:cubicBezTo>
                    <a:pt x="679" y="1"/>
                    <a:pt x="1" y="691"/>
                    <a:pt x="1" y="1536"/>
                  </a:cubicBezTo>
                  <a:cubicBezTo>
                    <a:pt x="1" y="2382"/>
                    <a:pt x="679" y="3072"/>
                    <a:pt x="1525" y="3072"/>
                  </a:cubicBezTo>
                  <a:cubicBezTo>
                    <a:pt x="2370" y="3072"/>
                    <a:pt x="3061" y="2382"/>
                    <a:pt x="3061" y="1536"/>
                  </a:cubicBezTo>
                  <a:cubicBezTo>
                    <a:pt x="3061" y="691"/>
                    <a:pt x="2370" y="1"/>
                    <a:pt x="1525"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0"/>
            <p:cNvSpPr/>
            <p:nvPr/>
          </p:nvSpPr>
          <p:spPr>
            <a:xfrm>
              <a:off x="3340875" y="3181175"/>
              <a:ext cx="58075" cy="58075"/>
            </a:xfrm>
            <a:custGeom>
              <a:avLst/>
              <a:gdLst/>
              <a:ahLst/>
              <a:cxnLst/>
              <a:rect l="l" t="t" r="r" b="b"/>
              <a:pathLst>
                <a:path w="2323" h="2323" extrusionOk="0">
                  <a:moveTo>
                    <a:pt x="1156" y="1"/>
                  </a:moveTo>
                  <a:cubicBezTo>
                    <a:pt x="513" y="1"/>
                    <a:pt x="1" y="512"/>
                    <a:pt x="1" y="1155"/>
                  </a:cubicBezTo>
                  <a:cubicBezTo>
                    <a:pt x="1" y="1798"/>
                    <a:pt x="513" y="2322"/>
                    <a:pt x="1156" y="2322"/>
                  </a:cubicBezTo>
                  <a:cubicBezTo>
                    <a:pt x="1799" y="2322"/>
                    <a:pt x="2322" y="1798"/>
                    <a:pt x="2322" y="1155"/>
                  </a:cubicBezTo>
                  <a:cubicBezTo>
                    <a:pt x="2322" y="512"/>
                    <a:pt x="1799" y="1"/>
                    <a:pt x="1156" y="1"/>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0"/>
            <p:cNvSpPr/>
            <p:nvPr/>
          </p:nvSpPr>
          <p:spPr>
            <a:xfrm>
              <a:off x="3524250" y="3253800"/>
              <a:ext cx="110150" cy="110150"/>
            </a:xfrm>
            <a:custGeom>
              <a:avLst/>
              <a:gdLst/>
              <a:ahLst/>
              <a:cxnLst/>
              <a:rect l="l" t="t" r="r" b="b"/>
              <a:pathLst>
                <a:path w="4406" h="4406" extrusionOk="0">
                  <a:moveTo>
                    <a:pt x="2203" y="1"/>
                  </a:moveTo>
                  <a:cubicBezTo>
                    <a:pt x="988" y="1"/>
                    <a:pt x="0" y="989"/>
                    <a:pt x="0" y="2203"/>
                  </a:cubicBezTo>
                  <a:cubicBezTo>
                    <a:pt x="0" y="3430"/>
                    <a:pt x="988" y="4406"/>
                    <a:pt x="2203" y="4406"/>
                  </a:cubicBezTo>
                  <a:cubicBezTo>
                    <a:pt x="3417" y="4406"/>
                    <a:pt x="4405" y="3430"/>
                    <a:pt x="4405" y="2203"/>
                  </a:cubicBezTo>
                  <a:cubicBezTo>
                    <a:pt x="4405" y="989"/>
                    <a:pt x="3417" y="1"/>
                    <a:pt x="2203" y="1"/>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0"/>
            <p:cNvSpPr/>
            <p:nvPr/>
          </p:nvSpPr>
          <p:spPr>
            <a:xfrm>
              <a:off x="3531675" y="3261250"/>
              <a:ext cx="95275" cy="95275"/>
            </a:xfrm>
            <a:custGeom>
              <a:avLst/>
              <a:gdLst/>
              <a:ahLst/>
              <a:cxnLst/>
              <a:rect l="l" t="t" r="r" b="b"/>
              <a:pathLst>
                <a:path w="3811" h="3811" extrusionOk="0">
                  <a:moveTo>
                    <a:pt x="1906" y="0"/>
                  </a:moveTo>
                  <a:cubicBezTo>
                    <a:pt x="858" y="0"/>
                    <a:pt x="1" y="858"/>
                    <a:pt x="1" y="1905"/>
                  </a:cubicBezTo>
                  <a:cubicBezTo>
                    <a:pt x="1" y="2965"/>
                    <a:pt x="858" y="3810"/>
                    <a:pt x="1906" y="3810"/>
                  </a:cubicBezTo>
                  <a:cubicBezTo>
                    <a:pt x="2953" y="3810"/>
                    <a:pt x="3811" y="2965"/>
                    <a:pt x="3811" y="1905"/>
                  </a:cubicBezTo>
                  <a:cubicBezTo>
                    <a:pt x="3811" y="858"/>
                    <a:pt x="2953" y="0"/>
                    <a:pt x="1906"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0"/>
            <p:cNvSpPr/>
            <p:nvPr/>
          </p:nvSpPr>
          <p:spPr>
            <a:xfrm>
              <a:off x="3540900" y="3270775"/>
              <a:ext cx="76825" cy="76525"/>
            </a:xfrm>
            <a:custGeom>
              <a:avLst/>
              <a:gdLst/>
              <a:ahLst/>
              <a:cxnLst/>
              <a:rect l="l" t="t" r="r" b="b"/>
              <a:pathLst>
                <a:path w="3073" h="3061" extrusionOk="0">
                  <a:moveTo>
                    <a:pt x="1537" y="0"/>
                  </a:moveTo>
                  <a:cubicBezTo>
                    <a:pt x="691" y="0"/>
                    <a:pt x="1" y="679"/>
                    <a:pt x="1" y="1524"/>
                  </a:cubicBezTo>
                  <a:cubicBezTo>
                    <a:pt x="1" y="2382"/>
                    <a:pt x="691" y="3060"/>
                    <a:pt x="1537" y="3060"/>
                  </a:cubicBezTo>
                  <a:cubicBezTo>
                    <a:pt x="2382" y="3060"/>
                    <a:pt x="3073" y="2382"/>
                    <a:pt x="3073" y="1524"/>
                  </a:cubicBezTo>
                  <a:cubicBezTo>
                    <a:pt x="3073" y="679"/>
                    <a:pt x="2382" y="0"/>
                    <a:pt x="1537" y="0"/>
                  </a:cubicBezTo>
                  <a:close/>
                </a:path>
              </a:pathLst>
            </a:custGeom>
            <a:solidFill>
              <a:srgbClr val="D9E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0"/>
            <p:cNvSpPr/>
            <p:nvPr/>
          </p:nvSpPr>
          <p:spPr>
            <a:xfrm>
              <a:off x="3550125" y="3280000"/>
              <a:ext cx="58375" cy="58075"/>
            </a:xfrm>
            <a:custGeom>
              <a:avLst/>
              <a:gdLst/>
              <a:ahLst/>
              <a:cxnLst/>
              <a:rect l="l" t="t" r="r" b="b"/>
              <a:pathLst>
                <a:path w="2335" h="2323" extrusionOk="0">
                  <a:moveTo>
                    <a:pt x="1168" y="0"/>
                  </a:moveTo>
                  <a:cubicBezTo>
                    <a:pt x="525" y="0"/>
                    <a:pt x="1" y="524"/>
                    <a:pt x="1" y="1155"/>
                  </a:cubicBezTo>
                  <a:cubicBezTo>
                    <a:pt x="1" y="1798"/>
                    <a:pt x="525" y="2322"/>
                    <a:pt x="1168" y="2322"/>
                  </a:cubicBezTo>
                  <a:cubicBezTo>
                    <a:pt x="1811" y="2322"/>
                    <a:pt x="2334" y="1798"/>
                    <a:pt x="2334" y="1155"/>
                  </a:cubicBezTo>
                  <a:cubicBezTo>
                    <a:pt x="2334" y="524"/>
                    <a:pt x="1811" y="0"/>
                    <a:pt x="1168" y="0"/>
                  </a:cubicBezTo>
                  <a:close/>
                </a:path>
              </a:pathLst>
            </a:custGeom>
            <a:solidFill>
              <a:srgbClr val="F9FA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0"/>
            <p:cNvSpPr/>
            <p:nvPr/>
          </p:nvSpPr>
          <p:spPr>
            <a:xfrm>
              <a:off x="3382850" y="3082725"/>
              <a:ext cx="130700" cy="116275"/>
            </a:xfrm>
            <a:custGeom>
              <a:avLst/>
              <a:gdLst/>
              <a:ahLst/>
              <a:cxnLst/>
              <a:rect l="l" t="t" r="r" b="b"/>
              <a:pathLst>
                <a:path w="5228" h="4651" extrusionOk="0">
                  <a:moveTo>
                    <a:pt x="2622" y="0"/>
                  </a:moveTo>
                  <a:cubicBezTo>
                    <a:pt x="2111" y="0"/>
                    <a:pt x="1597" y="167"/>
                    <a:pt x="1167" y="510"/>
                  </a:cubicBezTo>
                  <a:cubicBezTo>
                    <a:pt x="167" y="1319"/>
                    <a:pt x="1" y="2784"/>
                    <a:pt x="810" y="3784"/>
                  </a:cubicBezTo>
                  <a:cubicBezTo>
                    <a:pt x="1266" y="4355"/>
                    <a:pt x="1938" y="4650"/>
                    <a:pt x="2618" y="4650"/>
                  </a:cubicBezTo>
                  <a:cubicBezTo>
                    <a:pt x="3129" y="4650"/>
                    <a:pt x="3643" y="4483"/>
                    <a:pt x="4072" y="4141"/>
                  </a:cubicBezTo>
                  <a:cubicBezTo>
                    <a:pt x="5073" y="3331"/>
                    <a:pt x="5227" y="1867"/>
                    <a:pt x="4430" y="867"/>
                  </a:cubicBezTo>
                  <a:cubicBezTo>
                    <a:pt x="3974" y="296"/>
                    <a:pt x="3302" y="0"/>
                    <a:pt x="2622" y="0"/>
                  </a:cubicBezTo>
                  <a:close/>
                </a:path>
              </a:pathLst>
            </a:custGeom>
            <a:solidFill>
              <a:srgbClr val="749C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0"/>
            <p:cNvSpPr/>
            <p:nvPr/>
          </p:nvSpPr>
          <p:spPr>
            <a:xfrm>
              <a:off x="3395650" y="3093950"/>
              <a:ext cx="105400" cy="93875"/>
            </a:xfrm>
            <a:custGeom>
              <a:avLst/>
              <a:gdLst/>
              <a:ahLst/>
              <a:cxnLst/>
              <a:rect l="l" t="t" r="r" b="b"/>
              <a:pathLst>
                <a:path w="4216" h="3755" extrusionOk="0">
                  <a:moveTo>
                    <a:pt x="2105" y="0"/>
                  </a:moveTo>
                  <a:cubicBezTo>
                    <a:pt x="1692" y="0"/>
                    <a:pt x="1277" y="137"/>
                    <a:pt x="929" y="418"/>
                  </a:cubicBezTo>
                  <a:cubicBezTo>
                    <a:pt x="131" y="1061"/>
                    <a:pt x="1" y="2239"/>
                    <a:pt x="643" y="3049"/>
                  </a:cubicBezTo>
                  <a:cubicBezTo>
                    <a:pt x="1019" y="3513"/>
                    <a:pt x="1567" y="3754"/>
                    <a:pt x="2118" y="3754"/>
                  </a:cubicBezTo>
                  <a:cubicBezTo>
                    <a:pt x="2529" y="3754"/>
                    <a:pt x="2941" y="3621"/>
                    <a:pt x="3287" y="3347"/>
                  </a:cubicBezTo>
                  <a:cubicBezTo>
                    <a:pt x="4084" y="2692"/>
                    <a:pt x="4215" y="1513"/>
                    <a:pt x="3572" y="703"/>
                  </a:cubicBezTo>
                  <a:cubicBezTo>
                    <a:pt x="3199" y="241"/>
                    <a:pt x="2654" y="0"/>
                    <a:pt x="2105" y="0"/>
                  </a:cubicBezTo>
                  <a:close/>
                </a:path>
              </a:pathLst>
            </a:custGeom>
            <a:solidFill>
              <a:srgbClr val="608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0"/>
            <p:cNvSpPr/>
            <p:nvPr/>
          </p:nvSpPr>
          <p:spPr>
            <a:xfrm>
              <a:off x="3335225" y="2982050"/>
              <a:ext cx="125350" cy="132475"/>
            </a:xfrm>
            <a:custGeom>
              <a:avLst/>
              <a:gdLst/>
              <a:ahLst/>
              <a:cxnLst/>
              <a:rect l="l" t="t" r="r" b="b"/>
              <a:pathLst>
                <a:path w="5014" h="5299" extrusionOk="0">
                  <a:moveTo>
                    <a:pt x="3037" y="0"/>
                  </a:moveTo>
                  <a:lnTo>
                    <a:pt x="3037" y="0"/>
                  </a:lnTo>
                  <a:cubicBezTo>
                    <a:pt x="3036" y="0"/>
                    <a:pt x="3036" y="1"/>
                    <a:pt x="3035" y="1"/>
                  </a:cubicBezTo>
                  <a:lnTo>
                    <a:pt x="3035" y="1"/>
                  </a:lnTo>
                  <a:lnTo>
                    <a:pt x="3037" y="0"/>
                  </a:lnTo>
                  <a:close/>
                  <a:moveTo>
                    <a:pt x="3035" y="1"/>
                  </a:moveTo>
                  <a:lnTo>
                    <a:pt x="48" y="1893"/>
                  </a:lnTo>
                  <a:cubicBezTo>
                    <a:pt x="1" y="1965"/>
                    <a:pt x="12" y="2131"/>
                    <a:pt x="84" y="2334"/>
                  </a:cubicBezTo>
                  <a:cubicBezTo>
                    <a:pt x="120" y="2429"/>
                    <a:pt x="167" y="2524"/>
                    <a:pt x="203" y="2643"/>
                  </a:cubicBezTo>
                  <a:cubicBezTo>
                    <a:pt x="239" y="2727"/>
                    <a:pt x="274" y="2810"/>
                    <a:pt x="310" y="2882"/>
                  </a:cubicBezTo>
                  <a:cubicBezTo>
                    <a:pt x="358" y="2977"/>
                    <a:pt x="405" y="3084"/>
                    <a:pt x="465" y="3179"/>
                  </a:cubicBezTo>
                  <a:cubicBezTo>
                    <a:pt x="524" y="3286"/>
                    <a:pt x="572" y="3382"/>
                    <a:pt x="620" y="3477"/>
                  </a:cubicBezTo>
                  <a:cubicBezTo>
                    <a:pt x="679" y="3584"/>
                    <a:pt x="727" y="3691"/>
                    <a:pt x="786" y="3775"/>
                  </a:cubicBezTo>
                  <a:cubicBezTo>
                    <a:pt x="846" y="3894"/>
                    <a:pt x="917" y="4013"/>
                    <a:pt x="977" y="4120"/>
                  </a:cubicBezTo>
                  <a:cubicBezTo>
                    <a:pt x="1048" y="4215"/>
                    <a:pt x="1108" y="4310"/>
                    <a:pt x="1167" y="4406"/>
                  </a:cubicBezTo>
                  <a:cubicBezTo>
                    <a:pt x="1215" y="4525"/>
                    <a:pt x="1298" y="4632"/>
                    <a:pt x="1358" y="4727"/>
                  </a:cubicBezTo>
                  <a:cubicBezTo>
                    <a:pt x="1429" y="4834"/>
                    <a:pt x="1489" y="4941"/>
                    <a:pt x="1536" y="5013"/>
                  </a:cubicBezTo>
                  <a:cubicBezTo>
                    <a:pt x="1644" y="5191"/>
                    <a:pt x="1715" y="5299"/>
                    <a:pt x="1715" y="5299"/>
                  </a:cubicBezTo>
                  <a:lnTo>
                    <a:pt x="4930" y="3703"/>
                  </a:lnTo>
                  <a:cubicBezTo>
                    <a:pt x="5001" y="3679"/>
                    <a:pt x="5013" y="3572"/>
                    <a:pt x="4942" y="3513"/>
                  </a:cubicBezTo>
                  <a:cubicBezTo>
                    <a:pt x="3365" y="2277"/>
                    <a:pt x="2998" y="55"/>
                    <a:pt x="3035" y="1"/>
                  </a:cubicBezTo>
                  <a:close/>
                </a:path>
              </a:pathLst>
            </a:custGeom>
            <a:solidFill>
              <a:srgbClr val="B2D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0"/>
            <p:cNvSpPr/>
            <p:nvPr/>
          </p:nvSpPr>
          <p:spPr>
            <a:xfrm>
              <a:off x="3336425" y="3000200"/>
              <a:ext cx="67275" cy="48250"/>
            </a:xfrm>
            <a:custGeom>
              <a:avLst/>
              <a:gdLst/>
              <a:ahLst/>
              <a:cxnLst/>
              <a:rect l="l" t="t" r="r" b="b"/>
              <a:pathLst>
                <a:path w="2691" h="1930" extrusionOk="0">
                  <a:moveTo>
                    <a:pt x="2691" y="1"/>
                  </a:moveTo>
                  <a:lnTo>
                    <a:pt x="0" y="1620"/>
                  </a:lnTo>
                  <a:cubicBezTo>
                    <a:pt x="24" y="1715"/>
                    <a:pt x="72" y="1822"/>
                    <a:pt x="119" y="1929"/>
                  </a:cubicBezTo>
                  <a:cubicBezTo>
                    <a:pt x="2465" y="596"/>
                    <a:pt x="2691" y="1"/>
                    <a:pt x="2691"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0"/>
            <p:cNvSpPr/>
            <p:nvPr/>
          </p:nvSpPr>
          <p:spPr>
            <a:xfrm>
              <a:off x="3342375" y="3015075"/>
              <a:ext cx="65200" cy="47075"/>
            </a:xfrm>
            <a:custGeom>
              <a:avLst/>
              <a:gdLst/>
              <a:ahLst/>
              <a:cxnLst/>
              <a:rect l="l" t="t" r="r" b="b"/>
              <a:pathLst>
                <a:path w="2608" h="1883" extrusionOk="0">
                  <a:moveTo>
                    <a:pt x="2608" y="1"/>
                  </a:moveTo>
                  <a:lnTo>
                    <a:pt x="0" y="1584"/>
                  </a:lnTo>
                  <a:cubicBezTo>
                    <a:pt x="36" y="1668"/>
                    <a:pt x="84" y="1775"/>
                    <a:pt x="143" y="1882"/>
                  </a:cubicBezTo>
                  <a:cubicBezTo>
                    <a:pt x="2381" y="561"/>
                    <a:pt x="2608" y="1"/>
                    <a:pt x="2608"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0"/>
            <p:cNvSpPr/>
            <p:nvPr/>
          </p:nvSpPr>
          <p:spPr>
            <a:xfrm>
              <a:off x="3350100" y="3029975"/>
              <a:ext cx="64925" cy="46450"/>
            </a:xfrm>
            <a:custGeom>
              <a:avLst/>
              <a:gdLst/>
              <a:ahLst/>
              <a:cxnLst/>
              <a:rect l="l" t="t" r="r" b="b"/>
              <a:pathLst>
                <a:path w="2597" h="1858" extrusionOk="0">
                  <a:moveTo>
                    <a:pt x="2596" y="0"/>
                  </a:moveTo>
                  <a:lnTo>
                    <a:pt x="1" y="1560"/>
                  </a:lnTo>
                  <a:cubicBezTo>
                    <a:pt x="60" y="1667"/>
                    <a:pt x="108" y="1774"/>
                    <a:pt x="168" y="1858"/>
                  </a:cubicBezTo>
                  <a:cubicBezTo>
                    <a:pt x="2370" y="560"/>
                    <a:pt x="2596" y="0"/>
                    <a:pt x="2596" y="0"/>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0"/>
            <p:cNvSpPr/>
            <p:nvPr/>
          </p:nvSpPr>
          <p:spPr>
            <a:xfrm>
              <a:off x="3359050" y="3046625"/>
              <a:ext cx="63425" cy="45575"/>
            </a:xfrm>
            <a:custGeom>
              <a:avLst/>
              <a:gdLst/>
              <a:ahLst/>
              <a:cxnLst/>
              <a:rect l="l" t="t" r="r" b="b"/>
              <a:pathLst>
                <a:path w="2537" h="1823" extrusionOk="0">
                  <a:moveTo>
                    <a:pt x="2536" y="1"/>
                  </a:moveTo>
                  <a:lnTo>
                    <a:pt x="0" y="1537"/>
                  </a:lnTo>
                  <a:cubicBezTo>
                    <a:pt x="60" y="1632"/>
                    <a:pt x="119" y="1727"/>
                    <a:pt x="179" y="1823"/>
                  </a:cubicBezTo>
                  <a:cubicBezTo>
                    <a:pt x="2310" y="561"/>
                    <a:pt x="2536" y="1"/>
                    <a:pt x="2536"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0"/>
            <p:cNvSpPr/>
            <p:nvPr/>
          </p:nvSpPr>
          <p:spPr>
            <a:xfrm>
              <a:off x="3368850" y="3060025"/>
              <a:ext cx="67000" cy="47350"/>
            </a:xfrm>
            <a:custGeom>
              <a:avLst/>
              <a:gdLst/>
              <a:ahLst/>
              <a:cxnLst/>
              <a:rect l="l" t="t" r="r" b="b"/>
              <a:pathLst>
                <a:path w="2680" h="1894" extrusionOk="0">
                  <a:moveTo>
                    <a:pt x="2680" y="1"/>
                  </a:moveTo>
                  <a:lnTo>
                    <a:pt x="1" y="1608"/>
                  </a:lnTo>
                  <a:cubicBezTo>
                    <a:pt x="72" y="1715"/>
                    <a:pt x="132" y="1822"/>
                    <a:pt x="180" y="1894"/>
                  </a:cubicBezTo>
                  <a:cubicBezTo>
                    <a:pt x="2453" y="584"/>
                    <a:pt x="2680" y="1"/>
                    <a:pt x="2680"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0"/>
            <p:cNvSpPr/>
            <p:nvPr/>
          </p:nvSpPr>
          <p:spPr>
            <a:xfrm>
              <a:off x="3400125" y="2981875"/>
              <a:ext cx="65800" cy="93225"/>
            </a:xfrm>
            <a:custGeom>
              <a:avLst/>
              <a:gdLst/>
              <a:ahLst/>
              <a:cxnLst/>
              <a:rect l="l" t="t" r="r" b="b"/>
              <a:pathLst>
                <a:path w="2632" h="3729" extrusionOk="0">
                  <a:moveTo>
                    <a:pt x="324" y="1"/>
                  </a:moveTo>
                  <a:cubicBezTo>
                    <a:pt x="296" y="1"/>
                    <a:pt x="272" y="7"/>
                    <a:pt x="250" y="19"/>
                  </a:cubicBezTo>
                  <a:cubicBezTo>
                    <a:pt x="0" y="162"/>
                    <a:pt x="274" y="1103"/>
                    <a:pt x="857" y="2127"/>
                  </a:cubicBezTo>
                  <a:cubicBezTo>
                    <a:pt x="1402" y="3052"/>
                    <a:pt x="2016" y="3728"/>
                    <a:pt x="2308" y="3728"/>
                  </a:cubicBezTo>
                  <a:cubicBezTo>
                    <a:pt x="2335" y="3728"/>
                    <a:pt x="2360" y="3722"/>
                    <a:pt x="2381" y="3710"/>
                  </a:cubicBezTo>
                  <a:cubicBezTo>
                    <a:pt x="2631" y="3567"/>
                    <a:pt x="2358" y="2627"/>
                    <a:pt x="1762" y="1603"/>
                  </a:cubicBezTo>
                  <a:cubicBezTo>
                    <a:pt x="1229" y="677"/>
                    <a:pt x="616" y="1"/>
                    <a:pt x="324" y="1"/>
                  </a:cubicBezTo>
                  <a:close/>
                </a:path>
              </a:pathLst>
            </a:custGeom>
            <a:solidFill>
              <a:srgbClr val="7CA5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0"/>
            <p:cNvSpPr/>
            <p:nvPr/>
          </p:nvSpPr>
          <p:spPr>
            <a:xfrm>
              <a:off x="3480475" y="3171350"/>
              <a:ext cx="125650" cy="124750"/>
            </a:xfrm>
            <a:custGeom>
              <a:avLst/>
              <a:gdLst/>
              <a:ahLst/>
              <a:cxnLst/>
              <a:rect l="l" t="t" r="r" b="b"/>
              <a:pathLst>
                <a:path w="5026" h="4990" extrusionOk="0">
                  <a:moveTo>
                    <a:pt x="1227" y="1"/>
                  </a:moveTo>
                  <a:lnTo>
                    <a:pt x="1227" y="1"/>
                  </a:lnTo>
                  <a:cubicBezTo>
                    <a:pt x="1227" y="1"/>
                    <a:pt x="1227" y="1"/>
                    <a:pt x="1227" y="1"/>
                  </a:cubicBezTo>
                  <a:lnTo>
                    <a:pt x="1227" y="1"/>
                  </a:lnTo>
                  <a:lnTo>
                    <a:pt x="1227" y="1"/>
                  </a:lnTo>
                  <a:close/>
                  <a:moveTo>
                    <a:pt x="1227" y="1"/>
                  </a:moveTo>
                  <a:lnTo>
                    <a:pt x="1" y="3322"/>
                  </a:lnTo>
                  <a:cubicBezTo>
                    <a:pt x="1" y="3406"/>
                    <a:pt x="96" y="3525"/>
                    <a:pt x="298" y="3644"/>
                  </a:cubicBezTo>
                  <a:cubicBezTo>
                    <a:pt x="370" y="3703"/>
                    <a:pt x="465" y="3763"/>
                    <a:pt x="572" y="3823"/>
                  </a:cubicBezTo>
                  <a:cubicBezTo>
                    <a:pt x="632" y="3870"/>
                    <a:pt x="715" y="3906"/>
                    <a:pt x="799" y="3942"/>
                  </a:cubicBezTo>
                  <a:cubicBezTo>
                    <a:pt x="894" y="3989"/>
                    <a:pt x="989" y="4049"/>
                    <a:pt x="1096" y="4096"/>
                  </a:cubicBezTo>
                  <a:lnTo>
                    <a:pt x="1406" y="4227"/>
                  </a:lnTo>
                  <a:lnTo>
                    <a:pt x="1727" y="4358"/>
                  </a:lnTo>
                  <a:cubicBezTo>
                    <a:pt x="1858" y="4406"/>
                    <a:pt x="1977" y="4465"/>
                    <a:pt x="2096" y="4513"/>
                  </a:cubicBezTo>
                  <a:cubicBezTo>
                    <a:pt x="2203" y="4561"/>
                    <a:pt x="2299" y="4596"/>
                    <a:pt x="2406" y="4632"/>
                  </a:cubicBezTo>
                  <a:cubicBezTo>
                    <a:pt x="2537" y="4680"/>
                    <a:pt x="2656" y="4715"/>
                    <a:pt x="2763" y="4763"/>
                  </a:cubicBezTo>
                  <a:cubicBezTo>
                    <a:pt x="2882" y="4811"/>
                    <a:pt x="2989" y="4858"/>
                    <a:pt x="3073" y="4882"/>
                  </a:cubicBezTo>
                  <a:cubicBezTo>
                    <a:pt x="3275" y="4942"/>
                    <a:pt x="3394" y="4989"/>
                    <a:pt x="3394" y="4989"/>
                  </a:cubicBezTo>
                  <a:lnTo>
                    <a:pt x="4978" y="1775"/>
                  </a:lnTo>
                  <a:cubicBezTo>
                    <a:pt x="5025" y="1703"/>
                    <a:pt x="4966" y="1608"/>
                    <a:pt x="4882" y="1608"/>
                  </a:cubicBezTo>
                  <a:cubicBezTo>
                    <a:pt x="2880" y="1584"/>
                    <a:pt x="1238" y="34"/>
                    <a:pt x="1227" y="1"/>
                  </a:cubicBezTo>
                  <a:close/>
                </a:path>
              </a:pathLst>
            </a:custGeom>
            <a:solidFill>
              <a:srgbClr val="B2D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0"/>
            <p:cNvSpPr/>
            <p:nvPr/>
          </p:nvSpPr>
          <p:spPr>
            <a:xfrm>
              <a:off x="3487925" y="3189200"/>
              <a:ext cx="33050" cy="77425"/>
            </a:xfrm>
            <a:custGeom>
              <a:avLst/>
              <a:gdLst/>
              <a:ahLst/>
              <a:cxnLst/>
              <a:rect l="l" t="t" r="r" b="b"/>
              <a:pathLst>
                <a:path w="1322" h="3097" extrusionOk="0">
                  <a:moveTo>
                    <a:pt x="1143" y="1"/>
                  </a:moveTo>
                  <a:lnTo>
                    <a:pt x="0" y="2918"/>
                  </a:lnTo>
                  <a:cubicBezTo>
                    <a:pt x="72" y="2978"/>
                    <a:pt x="179" y="3037"/>
                    <a:pt x="274" y="3097"/>
                  </a:cubicBezTo>
                  <a:cubicBezTo>
                    <a:pt x="1322" y="608"/>
                    <a:pt x="1143" y="1"/>
                    <a:pt x="1143"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0"/>
            <p:cNvSpPr/>
            <p:nvPr/>
          </p:nvSpPr>
          <p:spPr>
            <a:xfrm>
              <a:off x="3500425" y="3199025"/>
              <a:ext cx="32175" cy="74450"/>
            </a:xfrm>
            <a:custGeom>
              <a:avLst/>
              <a:gdLst/>
              <a:ahLst/>
              <a:cxnLst/>
              <a:rect l="l" t="t" r="r" b="b"/>
              <a:pathLst>
                <a:path w="1287" h="2978" extrusionOk="0">
                  <a:moveTo>
                    <a:pt x="1120" y="1"/>
                  </a:moveTo>
                  <a:lnTo>
                    <a:pt x="1" y="2823"/>
                  </a:lnTo>
                  <a:cubicBezTo>
                    <a:pt x="96" y="2870"/>
                    <a:pt x="191" y="2930"/>
                    <a:pt x="298" y="2977"/>
                  </a:cubicBezTo>
                  <a:cubicBezTo>
                    <a:pt x="1286" y="596"/>
                    <a:pt x="1120" y="1"/>
                    <a:pt x="1120"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0"/>
            <p:cNvSpPr/>
            <p:nvPr/>
          </p:nvSpPr>
          <p:spPr>
            <a:xfrm>
              <a:off x="3515600" y="3206475"/>
              <a:ext cx="32175" cy="73550"/>
            </a:xfrm>
            <a:custGeom>
              <a:avLst/>
              <a:gdLst/>
              <a:ahLst/>
              <a:cxnLst/>
              <a:rect l="l" t="t" r="r" b="b"/>
              <a:pathLst>
                <a:path w="1287" h="2942" extrusionOk="0">
                  <a:moveTo>
                    <a:pt x="1120" y="1"/>
                  </a:moveTo>
                  <a:lnTo>
                    <a:pt x="1" y="2810"/>
                  </a:lnTo>
                  <a:lnTo>
                    <a:pt x="322" y="2941"/>
                  </a:lnTo>
                  <a:cubicBezTo>
                    <a:pt x="1286" y="572"/>
                    <a:pt x="1120" y="1"/>
                    <a:pt x="1120"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0"/>
            <p:cNvSpPr/>
            <p:nvPr/>
          </p:nvSpPr>
          <p:spPr>
            <a:xfrm>
              <a:off x="3532575" y="3215400"/>
              <a:ext cx="31275" cy="71775"/>
            </a:xfrm>
            <a:custGeom>
              <a:avLst/>
              <a:gdLst/>
              <a:ahLst/>
              <a:cxnLst/>
              <a:rect l="l" t="t" r="r" b="b"/>
              <a:pathLst>
                <a:path w="1251" h="2871" extrusionOk="0">
                  <a:moveTo>
                    <a:pt x="1084" y="1"/>
                  </a:moveTo>
                  <a:lnTo>
                    <a:pt x="0" y="2751"/>
                  </a:lnTo>
                  <a:cubicBezTo>
                    <a:pt x="96" y="2799"/>
                    <a:pt x="203" y="2834"/>
                    <a:pt x="310" y="2870"/>
                  </a:cubicBezTo>
                  <a:cubicBezTo>
                    <a:pt x="1250" y="561"/>
                    <a:pt x="1084" y="1"/>
                    <a:pt x="1084"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0"/>
            <p:cNvSpPr/>
            <p:nvPr/>
          </p:nvSpPr>
          <p:spPr>
            <a:xfrm>
              <a:off x="3549250" y="3217775"/>
              <a:ext cx="32750" cy="75650"/>
            </a:xfrm>
            <a:custGeom>
              <a:avLst/>
              <a:gdLst/>
              <a:ahLst/>
              <a:cxnLst/>
              <a:rect l="l" t="t" r="r" b="b"/>
              <a:pathLst>
                <a:path w="1310" h="3026" extrusionOk="0">
                  <a:moveTo>
                    <a:pt x="1143" y="1"/>
                  </a:moveTo>
                  <a:lnTo>
                    <a:pt x="0" y="2906"/>
                  </a:lnTo>
                  <a:cubicBezTo>
                    <a:pt x="119" y="2954"/>
                    <a:pt x="226" y="2989"/>
                    <a:pt x="310" y="3025"/>
                  </a:cubicBezTo>
                  <a:cubicBezTo>
                    <a:pt x="1310" y="597"/>
                    <a:pt x="1143" y="1"/>
                    <a:pt x="1143" y="1"/>
                  </a:cubicBezTo>
                  <a:close/>
                </a:path>
              </a:pathLst>
            </a:custGeom>
            <a:solidFill>
              <a:srgbClr val="80A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0"/>
            <p:cNvSpPr/>
            <p:nvPr/>
          </p:nvSpPr>
          <p:spPr>
            <a:xfrm>
              <a:off x="3505200" y="3170550"/>
              <a:ext cx="103900" cy="47475"/>
            </a:xfrm>
            <a:custGeom>
              <a:avLst/>
              <a:gdLst/>
              <a:ahLst/>
              <a:cxnLst/>
              <a:rect l="l" t="t" r="r" b="b"/>
              <a:pathLst>
                <a:path w="4156" h="1899" extrusionOk="0">
                  <a:moveTo>
                    <a:pt x="478" y="0"/>
                  </a:moveTo>
                  <a:cubicBezTo>
                    <a:pt x="283" y="0"/>
                    <a:pt x="154" y="41"/>
                    <a:pt x="119" y="128"/>
                  </a:cubicBezTo>
                  <a:cubicBezTo>
                    <a:pt x="0" y="390"/>
                    <a:pt x="798" y="973"/>
                    <a:pt x="1881" y="1426"/>
                  </a:cubicBezTo>
                  <a:cubicBezTo>
                    <a:pt x="2607" y="1729"/>
                    <a:pt x="3280" y="1898"/>
                    <a:pt x="3677" y="1898"/>
                  </a:cubicBezTo>
                  <a:cubicBezTo>
                    <a:pt x="3872" y="1898"/>
                    <a:pt x="4001" y="1857"/>
                    <a:pt x="4036" y="1771"/>
                  </a:cubicBezTo>
                  <a:cubicBezTo>
                    <a:pt x="4155" y="1509"/>
                    <a:pt x="3358" y="926"/>
                    <a:pt x="2274" y="473"/>
                  </a:cubicBezTo>
                  <a:cubicBezTo>
                    <a:pt x="1548" y="170"/>
                    <a:pt x="875" y="0"/>
                    <a:pt x="478" y="0"/>
                  </a:cubicBezTo>
                  <a:close/>
                </a:path>
              </a:pathLst>
            </a:custGeom>
            <a:solidFill>
              <a:srgbClr val="7CA5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0"/>
            <p:cNvSpPr/>
            <p:nvPr/>
          </p:nvSpPr>
          <p:spPr>
            <a:xfrm>
              <a:off x="3289100" y="3060025"/>
              <a:ext cx="111050" cy="105400"/>
            </a:xfrm>
            <a:custGeom>
              <a:avLst/>
              <a:gdLst/>
              <a:ahLst/>
              <a:cxnLst/>
              <a:rect l="l" t="t" r="r" b="b"/>
              <a:pathLst>
                <a:path w="4442" h="4216" extrusionOk="0">
                  <a:moveTo>
                    <a:pt x="583" y="1"/>
                  </a:moveTo>
                  <a:cubicBezTo>
                    <a:pt x="345" y="1"/>
                    <a:pt x="167" y="227"/>
                    <a:pt x="226" y="465"/>
                  </a:cubicBezTo>
                  <a:cubicBezTo>
                    <a:pt x="405" y="1156"/>
                    <a:pt x="631" y="2501"/>
                    <a:pt x="107" y="3704"/>
                  </a:cubicBezTo>
                  <a:cubicBezTo>
                    <a:pt x="0" y="3954"/>
                    <a:pt x="179" y="4215"/>
                    <a:pt x="453" y="4215"/>
                  </a:cubicBezTo>
                  <a:lnTo>
                    <a:pt x="3072" y="4215"/>
                  </a:lnTo>
                  <a:cubicBezTo>
                    <a:pt x="3191" y="4215"/>
                    <a:pt x="3310" y="4156"/>
                    <a:pt x="3370" y="4073"/>
                  </a:cubicBezTo>
                  <a:cubicBezTo>
                    <a:pt x="3679" y="3620"/>
                    <a:pt x="4441" y="2239"/>
                    <a:pt x="3381" y="322"/>
                  </a:cubicBezTo>
                  <a:cubicBezTo>
                    <a:pt x="3274" y="120"/>
                    <a:pt x="3072" y="1"/>
                    <a:pt x="2846" y="1"/>
                  </a:cubicBezTo>
                  <a:close/>
                </a:path>
              </a:pathLst>
            </a:custGeom>
            <a:solidFill>
              <a:srgbClr val="6087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0"/>
            <p:cNvSpPr/>
            <p:nvPr/>
          </p:nvSpPr>
          <p:spPr>
            <a:xfrm>
              <a:off x="3278375" y="3059125"/>
              <a:ext cx="35150" cy="106300"/>
            </a:xfrm>
            <a:custGeom>
              <a:avLst/>
              <a:gdLst/>
              <a:ahLst/>
              <a:cxnLst/>
              <a:rect l="l" t="t" r="r" b="b"/>
              <a:pathLst>
                <a:path w="1406" h="4252" extrusionOk="0">
                  <a:moveTo>
                    <a:pt x="809" y="1"/>
                  </a:moveTo>
                  <a:cubicBezTo>
                    <a:pt x="457" y="1"/>
                    <a:pt x="131" y="932"/>
                    <a:pt x="60" y="2096"/>
                  </a:cubicBezTo>
                  <a:cubicBezTo>
                    <a:pt x="0" y="3263"/>
                    <a:pt x="227" y="4228"/>
                    <a:pt x="584" y="4251"/>
                  </a:cubicBezTo>
                  <a:cubicBezTo>
                    <a:pt x="588" y="4252"/>
                    <a:pt x="592" y="4252"/>
                    <a:pt x="597" y="4252"/>
                  </a:cubicBezTo>
                  <a:cubicBezTo>
                    <a:pt x="938" y="4252"/>
                    <a:pt x="1275" y="3320"/>
                    <a:pt x="1334" y="2156"/>
                  </a:cubicBezTo>
                  <a:cubicBezTo>
                    <a:pt x="1405" y="989"/>
                    <a:pt x="1167" y="25"/>
                    <a:pt x="822" y="1"/>
                  </a:cubicBezTo>
                  <a:cubicBezTo>
                    <a:pt x="818" y="1"/>
                    <a:pt x="813" y="1"/>
                    <a:pt x="809" y="1"/>
                  </a:cubicBezTo>
                  <a:close/>
                </a:path>
              </a:pathLst>
            </a:custGeom>
            <a:solidFill>
              <a:srgbClr val="4669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0"/>
            <p:cNvSpPr/>
            <p:nvPr/>
          </p:nvSpPr>
          <p:spPr>
            <a:xfrm>
              <a:off x="3508175" y="2896400"/>
              <a:ext cx="399475" cy="219325"/>
            </a:xfrm>
            <a:custGeom>
              <a:avLst/>
              <a:gdLst/>
              <a:ahLst/>
              <a:cxnLst/>
              <a:rect l="l" t="t" r="r" b="b"/>
              <a:pathLst>
                <a:path w="15979" h="8773" extrusionOk="0">
                  <a:moveTo>
                    <a:pt x="6948" y="0"/>
                  </a:moveTo>
                  <a:cubicBezTo>
                    <a:pt x="5875" y="0"/>
                    <a:pt x="4733" y="182"/>
                    <a:pt x="3536" y="616"/>
                  </a:cubicBezTo>
                  <a:cubicBezTo>
                    <a:pt x="2739" y="878"/>
                    <a:pt x="1941" y="1283"/>
                    <a:pt x="1107" y="1807"/>
                  </a:cubicBezTo>
                  <a:cubicBezTo>
                    <a:pt x="893" y="1938"/>
                    <a:pt x="691" y="2069"/>
                    <a:pt x="476" y="2224"/>
                  </a:cubicBezTo>
                  <a:cubicBezTo>
                    <a:pt x="322" y="2319"/>
                    <a:pt x="167" y="2438"/>
                    <a:pt x="0" y="2557"/>
                  </a:cubicBezTo>
                  <a:cubicBezTo>
                    <a:pt x="0" y="2557"/>
                    <a:pt x="917" y="8772"/>
                    <a:pt x="7644" y="8772"/>
                  </a:cubicBezTo>
                  <a:cubicBezTo>
                    <a:pt x="9323" y="8772"/>
                    <a:pt x="10680" y="8558"/>
                    <a:pt x="11752" y="8236"/>
                  </a:cubicBezTo>
                  <a:cubicBezTo>
                    <a:pt x="15526" y="7105"/>
                    <a:pt x="15978" y="4557"/>
                    <a:pt x="15978" y="4557"/>
                  </a:cubicBezTo>
                  <a:cubicBezTo>
                    <a:pt x="15978" y="4557"/>
                    <a:pt x="15740" y="4260"/>
                    <a:pt x="15276" y="3831"/>
                  </a:cubicBezTo>
                  <a:cubicBezTo>
                    <a:pt x="14990" y="3533"/>
                    <a:pt x="14609" y="3176"/>
                    <a:pt x="14145" y="2795"/>
                  </a:cubicBezTo>
                  <a:cubicBezTo>
                    <a:pt x="12562" y="1513"/>
                    <a:pt x="10045" y="0"/>
                    <a:pt x="6948" y="0"/>
                  </a:cubicBezTo>
                  <a:close/>
                </a:path>
              </a:pathLst>
            </a:custGeom>
            <a:solidFill>
              <a:srgbClr val="F4BD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0"/>
            <p:cNvSpPr/>
            <p:nvPr/>
          </p:nvSpPr>
          <p:spPr>
            <a:xfrm>
              <a:off x="3508175" y="2941575"/>
              <a:ext cx="397450" cy="174150"/>
            </a:xfrm>
            <a:custGeom>
              <a:avLst/>
              <a:gdLst/>
              <a:ahLst/>
              <a:cxnLst/>
              <a:rect l="l" t="t" r="r" b="b"/>
              <a:pathLst>
                <a:path w="15898" h="6966" extrusionOk="0">
                  <a:moveTo>
                    <a:pt x="1107" y="0"/>
                  </a:moveTo>
                  <a:cubicBezTo>
                    <a:pt x="893" y="131"/>
                    <a:pt x="691" y="262"/>
                    <a:pt x="476" y="417"/>
                  </a:cubicBezTo>
                  <a:cubicBezTo>
                    <a:pt x="322" y="512"/>
                    <a:pt x="167" y="631"/>
                    <a:pt x="0" y="750"/>
                  </a:cubicBezTo>
                  <a:cubicBezTo>
                    <a:pt x="0" y="750"/>
                    <a:pt x="905" y="6965"/>
                    <a:pt x="7644" y="6965"/>
                  </a:cubicBezTo>
                  <a:cubicBezTo>
                    <a:pt x="9323" y="6965"/>
                    <a:pt x="10668" y="6751"/>
                    <a:pt x="11752" y="6429"/>
                  </a:cubicBezTo>
                  <a:cubicBezTo>
                    <a:pt x="14439" y="5045"/>
                    <a:pt x="15898" y="3466"/>
                    <a:pt x="13899" y="3466"/>
                  </a:cubicBezTo>
                  <a:cubicBezTo>
                    <a:pt x="13577" y="3466"/>
                    <a:pt x="13166" y="3507"/>
                    <a:pt x="12656" y="3596"/>
                  </a:cubicBezTo>
                  <a:cubicBezTo>
                    <a:pt x="11476" y="3800"/>
                    <a:pt x="10407" y="3889"/>
                    <a:pt x="9439" y="3889"/>
                  </a:cubicBezTo>
                  <a:cubicBezTo>
                    <a:pt x="3866" y="3889"/>
                    <a:pt x="1665" y="933"/>
                    <a:pt x="1107"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0"/>
            <p:cNvSpPr/>
            <p:nvPr/>
          </p:nvSpPr>
          <p:spPr>
            <a:xfrm>
              <a:off x="3394000" y="3023650"/>
              <a:ext cx="529725" cy="229700"/>
            </a:xfrm>
            <a:custGeom>
              <a:avLst/>
              <a:gdLst/>
              <a:ahLst/>
              <a:cxnLst/>
              <a:rect l="l" t="t" r="r" b="b"/>
              <a:pathLst>
                <a:path w="21189" h="9188" extrusionOk="0">
                  <a:moveTo>
                    <a:pt x="2187" y="0"/>
                  </a:moveTo>
                  <a:cubicBezTo>
                    <a:pt x="1327" y="0"/>
                    <a:pt x="0" y="422"/>
                    <a:pt x="1591" y="3456"/>
                  </a:cubicBezTo>
                  <a:cubicBezTo>
                    <a:pt x="2953" y="6062"/>
                    <a:pt x="8347" y="9188"/>
                    <a:pt x="13383" y="9188"/>
                  </a:cubicBezTo>
                  <a:cubicBezTo>
                    <a:pt x="16447" y="9188"/>
                    <a:pt x="19378" y="8031"/>
                    <a:pt x="21188" y="4897"/>
                  </a:cubicBezTo>
                  <a:lnTo>
                    <a:pt x="21188" y="4897"/>
                  </a:lnTo>
                  <a:lnTo>
                    <a:pt x="19355" y="5051"/>
                  </a:lnTo>
                  <a:cubicBezTo>
                    <a:pt x="19342" y="5051"/>
                    <a:pt x="16829" y="6836"/>
                    <a:pt x="13341" y="6836"/>
                  </a:cubicBezTo>
                  <a:cubicBezTo>
                    <a:pt x="10234" y="6836"/>
                    <a:pt x="6354" y="5420"/>
                    <a:pt x="2781" y="63"/>
                  </a:cubicBezTo>
                  <a:cubicBezTo>
                    <a:pt x="2781" y="63"/>
                    <a:pt x="2519" y="0"/>
                    <a:pt x="2187" y="0"/>
                  </a:cubicBezTo>
                  <a:close/>
                </a:path>
              </a:pathLst>
            </a:custGeom>
            <a:solidFill>
              <a:srgbClr val="E0DB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0"/>
            <p:cNvSpPr/>
            <p:nvPr/>
          </p:nvSpPr>
          <p:spPr>
            <a:xfrm>
              <a:off x="3645675" y="2912100"/>
              <a:ext cx="129800" cy="51800"/>
            </a:xfrm>
            <a:custGeom>
              <a:avLst/>
              <a:gdLst/>
              <a:ahLst/>
              <a:cxnLst/>
              <a:rect l="l" t="t" r="r" b="b"/>
              <a:pathLst>
                <a:path w="5192" h="2072" extrusionOk="0">
                  <a:moveTo>
                    <a:pt x="1694" y="1"/>
                  </a:moveTo>
                  <a:cubicBezTo>
                    <a:pt x="808" y="1"/>
                    <a:pt x="154" y="225"/>
                    <a:pt x="84" y="608"/>
                  </a:cubicBezTo>
                  <a:cubicBezTo>
                    <a:pt x="1" y="1119"/>
                    <a:pt x="1049" y="1739"/>
                    <a:pt x="2430" y="1977"/>
                  </a:cubicBezTo>
                  <a:cubicBezTo>
                    <a:pt x="2805" y="2041"/>
                    <a:pt x="3166" y="2071"/>
                    <a:pt x="3494" y="2071"/>
                  </a:cubicBezTo>
                  <a:cubicBezTo>
                    <a:pt x="4384" y="2071"/>
                    <a:pt x="5036" y="1847"/>
                    <a:pt x="5097" y="1465"/>
                  </a:cubicBezTo>
                  <a:cubicBezTo>
                    <a:pt x="5192" y="953"/>
                    <a:pt x="4144" y="334"/>
                    <a:pt x="2751" y="96"/>
                  </a:cubicBezTo>
                  <a:cubicBezTo>
                    <a:pt x="2379" y="31"/>
                    <a:pt x="2021" y="1"/>
                    <a:pt x="1694"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0"/>
            <p:cNvSpPr/>
            <p:nvPr/>
          </p:nvSpPr>
          <p:spPr>
            <a:xfrm>
              <a:off x="3420950" y="2962425"/>
              <a:ext cx="525975" cy="268600"/>
            </a:xfrm>
            <a:custGeom>
              <a:avLst/>
              <a:gdLst/>
              <a:ahLst/>
              <a:cxnLst/>
              <a:rect l="l" t="t" r="r" b="b"/>
              <a:pathLst>
                <a:path w="21039" h="10744" extrusionOk="0">
                  <a:moveTo>
                    <a:pt x="3458" y="0"/>
                  </a:moveTo>
                  <a:cubicBezTo>
                    <a:pt x="3332" y="0"/>
                    <a:pt x="3207" y="32"/>
                    <a:pt x="3096" y="95"/>
                  </a:cubicBezTo>
                  <a:cubicBezTo>
                    <a:pt x="2108" y="654"/>
                    <a:pt x="1" y="1940"/>
                    <a:pt x="310" y="2702"/>
                  </a:cubicBezTo>
                  <a:cubicBezTo>
                    <a:pt x="647" y="3550"/>
                    <a:pt x="2811" y="10743"/>
                    <a:pt x="12170" y="10743"/>
                  </a:cubicBezTo>
                  <a:cubicBezTo>
                    <a:pt x="13060" y="10743"/>
                    <a:pt x="14014" y="10678"/>
                    <a:pt x="15038" y="10536"/>
                  </a:cubicBezTo>
                  <a:cubicBezTo>
                    <a:pt x="17693" y="10155"/>
                    <a:pt x="19967" y="8584"/>
                    <a:pt x="20682" y="5738"/>
                  </a:cubicBezTo>
                  <a:cubicBezTo>
                    <a:pt x="21039" y="4310"/>
                    <a:pt x="20979" y="2845"/>
                    <a:pt x="19467" y="1904"/>
                  </a:cubicBezTo>
                  <a:cubicBezTo>
                    <a:pt x="19017" y="1621"/>
                    <a:pt x="18587" y="1505"/>
                    <a:pt x="18163" y="1505"/>
                  </a:cubicBezTo>
                  <a:cubicBezTo>
                    <a:pt x="16228" y="1505"/>
                    <a:pt x="14417" y="3924"/>
                    <a:pt x="11316" y="3924"/>
                  </a:cubicBezTo>
                  <a:cubicBezTo>
                    <a:pt x="9442" y="3924"/>
                    <a:pt x="7095" y="3040"/>
                    <a:pt x="3965" y="202"/>
                  </a:cubicBezTo>
                  <a:cubicBezTo>
                    <a:pt x="3824" y="68"/>
                    <a:pt x="3641" y="0"/>
                    <a:pt x="3458" y="0"/>
                  </a:cubicBezTo>
                  <a:close/>
                </a:path>
              </a:pathLst>
            </a:custGeom>
            <a:solidFill>
              <a:srgbClr val="F7F4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0"/>
            <p:cNvSpPr/>
            <p:nvPr/>
          </p:nvSpPr>
          <p:spPr>
            <a:xfrm>
              <a:off x="3669125" y="2843325"/>
              <a:ext cx="570400" cy="506050"/>
            </a:xfrm>
            <a:custGeom>
              <a:avLst/>
              <a:gdLst/>
              <a:ahLst/>
              <a:cxnLst/>
              <a:rect l="l" t="t" r="r" b="b"/>
              <a:pathLst>
                <a:path w="22816" h="20242" extrusionOk="0">
                  <a:moveTo>
                    <a:pt x="9693" y="1"/>
                  </a:moveTo>
                  <a:cubicBezTo>
                    <a:pt x="6273" y="1"/>
                    <a:pt x="3319" y="3674"/>
                    <a:pt x="1992" y="9859"/>
                  </a:cubicBezTo>
                  <a:cubicBezTo>
                    <a:pt x="0" y="19085"/>
                    <a:pt x="10112" y="20242"/>
                    <a:pt x="11465" y="20242"/>
                  </a:cubicBezTo>
                  <a:cubicBezTo>
                    <a:pt x="11479" y="20242"/>
                    <a:pt x="11493" y="20242"/>
                    <a:pt x="11505" y="20242"/>
                  </a:cubicBezTo>
                  <a:lnTo>
                    <a:pt x="11576" y="20242"/>
                  </a:lnTo>
                  <a:cubicBezTo>
                    <a:pt x="16767" y="19646"/>
                    <a:pt x="22816" y="14134"/>
                    <a:pt x="16541" y="4883"/>
                  </a:cubicBezTo>
                  <a:cubicBezTo>
                    <a:pt x="14303" y="1549"/>
                    <a:pt x="11933" y="13"/>
                    <a:pt x="9743" y="1"/>
                  </a:cubicBezTo>
                  <a:cubicBezTo>
                    <a:pt x="9726" y="1"/>
                    <a:pt x="9710" y="1"/>
                    <a:pt x="9693" y="1"/>
                  </a:cubicBezTo>
                  <a:close/>
                </a:path>
              </a:pathLst>
            </a:custGeom>
            <a:solidFill>
              <a:srgbClr val="F7F4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0"/>
            <p:cNvSpPr/>
            <p:nvPr/>
          </p:nvSpPr>
          <p:spPr>
            <a:xfrm>
              <a:off x="3833800" y="2990075"/>
              <a:ext cx="219700" cy="269400"/>
            </a:xfrm>
            <a:custGeom>
              <a:avLst/>
              <a:gdLst/>
              <a:ahLst/>
              <a:cxnLst/>
              <a:rect l="l" t="t" r="r" b="b"/>
              <a:pathLst>
                <a:path w="8788" h="10776" extrusionOk="0">
                  <a:moveTo>
                    <a:pt x="4394" y="1"/>
                  </a:moveTo>
                  <a:cubicBezTo>
                    <a:pt x="4239" y="1"/>
                    <a:pt x="4096" y="13"/>
                    <a:pt x="3941" y="36"/>
                  </a:cubicBezTo>
                  <a:cubicBezTo>
                    <a:pt x="1727" y="298"/>
                    <a:pt x="1" y="2608"/>
                    <a:pt x="1" y="5394"/>
                  </a:cubicBezTo>
                  <a:cubicBezTo>
                    <a:pt x="1" y="8371"/>
                    <a:pt x="1965" y="10776"/>
                    <a:pt x="4394" y="10776"/>
                  </a:cubicBezTo>
                  <a:cubicBezTo>
                    <a:pt x="4632" y="10776"/>
                    <a:pt x="4858" y="10764"/>
                    <a:pt x="5073" y="10716"/>
                  </a:cubicBezTo>
                  <a:cubicBezTo>
                    <a:pt x="7180" y="10323"/>
                    <a:pt x="8787" y="8085"/>
                    <a:pt x="8787" y="5394"/>
                  </a:cubicBezTo>
                  <a:cubicBezTo>
                    <a:pt x="8787" y="2418"/>
                    <a:pt x="6823" y="1"/>
                    <a:pt x="4394" y="1"/>
                  </a:cubicBezTo>
                  <a:close/>
                </a:path>
              </a:pathLst>
            </a:custGeom>
            <a:solidFill>
              <a:srgbClr val="F4BD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0"/>
            <p:cNvSpPr/>
            <p:nvPr/>
          </p:nvSpPr>
          <p:spPr>
            <a:xfrm>
              <a:off x="3960600" y="3026700"/>
              <a:ext cx="40200" cy="72050"/>
            </a:xfrm>
            <a:custGeom>
              <a:avLst/>
              <a:gdLst/>
              <a:ahLst/>
              <a:cxnLst/>
              <a:rect l="l" t="t" r="r" b="b"/>
              <a:pathLst>
                <a:path w="1608" h="2882" extrusionOk="0">
                  <a:moveTo>
                    <a:pt x="810" y="0"/>
                  </a:moveTo>
                  <a:cubicBezTo>
                    <a:pt x="358" y="0"/>
                    <a:pt x="1" y="643"/>
                    <a:pt x="1" y="1441"/>
                  </a:cubicBezTo>
                  <a:cubicBezTo>
                    <a:pt x="1" y="2239"/>
                    <a:pt x="358" y="2881"/>
                    <a:pt x="810" y="2881"/>
                  </a:cubicBezTo>
                  <a:cubicBezTo>
                    <a:pt x="1251" y="2881"/>
                    <a:pt x="1608" y="2239"/>
                    <a:pt x="1608" y="1441"/>
                  </a:cubicBezTo>
                  <a:cubicBezTo>
                    <a:pt x="1608" y="643"/>
                    <a:pt x="1251" y="0"/>
                    <a:pt x="810"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0"/>
            <p:cNvSpPr/>
            <p:nvPr/>
          </p:nvSpPr>
          <p:spPr>
            <a:xfrm>
              <a:off x="3669125" y="2843625"/>
              <a:ext cx="287625" cy="506050"/>
            </a:xfrm>
            <a:custGeom>
              <a:avLst/>
              <a:gdLst/>
              <a:ahLst/>
              <a:cxnLst/>
              <a:rect l="l" t="t" r="r" b="b"/>
              <a:pathLst>
                <a:path w="11505" h="20242" extrusionOk="0">
                  <a:moveTo>
                    <a:pt x="9693" y="1"/>
                  </a:moveTo>
                  <a:cubicBezTo>
                    <a:pt x="6273" y="1"/>
                    <a:pt x="3319" y="3674"/>
                    <a:pt x="1992" y="9871"/>
                  </a:cubicBezTo>
                  <a:cubicBezTo>
                    <a:pt x="0" y="19085"/>
                    <a:pt x="10112" y="20242"/>
                    <a:pt x="11465" y="20242"/>
                  </a:cubicBezTo>
                  <a:cubicBezTo>
                    <a:pt x="11479" y="20242"/>
                    <a:pt x="11493" y="20242"/>
                    <a:pt x="11505" y="20241"/>
                  </a:cubicBezTo>
                  <a:cubicBezTo>
                    <a:pt x="2408" y="12610"/>
                    <a:pt x="7242" y="3537"/>
                    <a:pt x="9743" y="1"/>
                  </a:cubicBezTo>
                  <a:cubicBezTo>
                    <a:pt x="9726" y="1"/>
                    <a:pt x="9710" y="1"/>
                    <a:pt x="9693" y="1"/>
                  </a:cubicBezTo>
                  <a:close/>
                </a:path>
              </a:pathLst>
            </a:custGeom>
            <a:solidFill>
              <a:srgbClr val="E0DB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0"/>
            <p:cNvSpPr/>
            <p:nvPr/>
          </p:nvSpPr>
          <p:spPr>
            <a:xfrm>
              <a:off x="3833800" y="2990975"/>
              <a:ext cx="126825" cy="268500"/>
            </a:xfrm>
            <a:custGeom>
              <a:avLst/>
              <a:gdLst/>
              <a:ahLst/>
              <a:cxnLst/>
              <a:rect l="l" t="t" r="r" b="b"/>
              <a:pathLst>
                <a:path w="5073" h="10740" extrusionOk="0">
                  <a:moveTo>
                    <a:pt x="3941" y="0"/>
                  </a:moveTo>
                  <a:cubicBezTo>
                    <a:pt x="1727" y="262"/>
                    <a:pt x="1" y="2572"/>
                    <a:pt x="1" y="5358"/>
                  </a:cubicBezTo>
                  <a:cubicBezTo>
                    <a:pt x="1" y="8335"/>
                    <a:pt x="1965" y="10740"/>
                    <a:pt x="4394" y="10740"/>
                  </a:cubicBezTo>
                  <a:cubicBezTo>
                    <a:pt x="4632" y="10740"/>
                    <a:pt x="4858" y="10728"/>
                    <a:pt x="5073" y="10680"/>
                  </a:cubicBezTo>
                  <a:cubicBezTo>
                    <a:pt x="3858" y="10002"/>
                    <a:pt x="2239" y="8632"/>
                    <a:pt x="1703" y="6096"/>
                  </a:cubicBezTo>
                  <a:cubicBezTo>
                    <a:pt x="1108" y="3298"/>
                    <a:pt x="2775" y="1132"/>
                    <a:pt x="3941"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48"/>
        <p:cNvGrpSpPr/>
        <p:nvPr/>
      </p:nvGrpSpPr>
      <p:grpSpPr>
        <a:xfrm>
          <a:off x="0" y="0"/>
          <a:ext cx="0" cy="0"/>
          <a:chOff x="0" y="0"/>
          <a:chExt cx="0" cy="0"/>
        </a:xfrm>
      </p:grpSpPr>
      <p:sp>
        <p:nvSpPr>
          <p:cNvPr id="649" name="Google Shape;649;p41"/>
          <p:cNvSpPr txBox="1">
            <a:spLocks noGrp="1"/>
          </p:cNvSpPr>
          <p:nvPr>
            <p:ph type="title"/>
          </p:nvPr>
        </p:nvSpPr>
        <p:spPr>
          <a:xfrm>
            <a:off x="329057" y="944721"/>
            <a:ext cx="3561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Problem</a:t>
            </a:r>
            <a:endParaRPr dirty="0"/>
          </a:p>
        </p:txBody>
      </p:sp>
      <p:sp>
        <p:nvSpPr>
          <p:cNvPr id="650" name="Google Shape;650;p41"/>
          <p:cNvSpPr txBox="1">
            <a:spLocks noGrp="1"/>
          </p:cNvSpPr>
          <p:nvPr>
            <p:ph type="body" idx="1"/>
          </p:nvPr>
        </p:nvSpPr>
        <p:spPr>
          <a:xfrm>
            <a:off x="339001" y="1636433"/>
            <a:ext cx="8305270" cy="2902378"/>
          </a:xfrm>
          <a:prstGeom prst="rect">
            <a:avLst/>
          </a:prstGeom>
        </p:spPr>
        <p:txBody>
          <a:bodyPr spcFirstLastPara="1" wrap="square" lIns="91425" tIns="91425" rIns="91425" bIns="91425" anchor="t" anchorCtr="0">
            <a:noAutofit/>
          </a:bodyPr>
          <a:lstStyle/>
          <a:p>
            <a:pPr marL="0" marR="0" indent="0" algn="just">
              <a:lnSpc>
                <a:spcPct val="150000"/>
              </a:lnSpc>
              <a:spcBef>
                <a:spcPts val="0"/>
              </a:spcBef>
              <a:spcAft>
                <a:spcPts val="800"/>
              </a:spcAft>
              <a:buNone/>
            </a:pP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Adine Noodles (A FMCG company) has entered into the instant noodles business two years back. Their higher management has notices that there is a miss match in the demand and supply. Where the demand is high, supply is pretty low and where the demand is low, supply is pretty high. In both the ways it is an inventory cost loss to the company; hence, the higher management wants to optimize the supply quantity in each and every warehouse in entire country.</a:t>
            </a:r>
          </a:p>
        </p:txBody>
      </p:sp>
      <p:grpSp>
        <p:nvGrpSpPr>
          <p:cNvPr id="682" name="Google Shape;682;p41"/>
          <p:cNvGrpSpPr/>
          <p:nvPr/>
        </p:nvGrpSpPr>
        <p:grpSpPr>
          <a:xfrm rot="-4008085" flipH="1">
            <a:off x="5870241" y="-1081794"/>
            <a:ext cx="3156451" cy="2928353"/>
            <a:chOff x="3607275" y="1700625"/>
            <a:chExt cx="1808300" cy="1677625"/>
          </a:xfrm>
        </p:grpSpPr>
        <p:sp>
          <p:nvSpPr>
            <p:cNvPr id="683" name="Google Shape;683;p41"/>
            <p:cNvSpPr/>
            <p:nvPr/>
          </p:nvSpPr>
          <p:spPr>
            <a:xfrm>
              <a:off x="3616500" y="2126575"/>
              <a:ext cx="1448125" cy="973075"/>
            </a:xfrm>
            <a:custGeom>
              <a:avLst/>
              <a:gdLst/>
              <a:ahLst/>
              <a:cxnLst/>
              <a:rect l="l" t="t" r="r" b="b"/>
              <a:pathLst>
                <a:path w="57925" h="38923" extrusionOk="0">
                  <a:moveTo>
                    <a:pt x="57449" y="1"/>
                  </a:moveTo>
                  <a:lnTo>
                    <a:pt x="1" y="36493"/>
                  </a:lnTo>
                  <a:lnTo>
                    <a:pt x="1584" y="38922"/>
                  </a:lnTo>
                  <a:lnTo>
                    <a:pt x="57925" y="715"/>
                  </a:lnTo>
                  <a:lnTo>
                    <a:pt x="57449" y="1"/>
                  </a:lnTo>
                  <a:close/>
                </a:path>
              </a:pathLst>
            </a:custGeom>
            <a:solidFill>
              <a:srgbClr val="113C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1"/>
            <p:cNvSpPr/>
            <p:nvPr/>
          </p:nvSpPr>
          <p:spPr>
            <a:xfrm>
              <a:off x="3607275" y="2112600"/>
              <a:ext cx="1448125" cy="972750"/>
            </a:xfrm>
            <a:custGeom>
              <a:avLst/>
              <a:gdLst/>
              <a:ahLst/>
              <a:cxnLst/>
              <a:rect l="l" t="t" r="r" b="b"/>
              <a:pathLst>
                <a:path w="57925" h="38910" extrusionOk="0">
                  <a:moveTo>
                    <a:pt x="57449" y="0"/>
                  </a:moveTo>
                  <a:lnTo>
                    <a:pt x="1" y="36493"/>
                  </a:lnTo>
                  <a:lnTo>
                    <a:pt x="1596" y="38910"/>
                  </a:lnTo>
                  <a:lnTo>
                    <a:pt x="57925" y="715"/>
                  </a:lnTo>
                  <a:lnTo>
                    <a:pt x="574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1"/>
            <p:cNvSpPr/>
            <p:nvPr/>
          </p:nvSpPr>
          <p:spPr>
            <a:xfrm>
              <a:off x="4821425" y="1700625"/>
              <a:ext cx="137850" cy="242625"/>
            </a:xfrm>
            <a:custGeom>
              <a:avLst/>
              <a:gdLst/>
              <a:ahLst/>
              <a:cxnLst/>
              <a:rect l="l" t="t" r="r" b="b"/>
              <a:pathLst>
                <a:path w="5514" h="9705" extrusionOk="0">
                  <a:moveTo>
                    <a:pt x="0" y="1"/>
                  </a:moveTo>
                  <a:lnTo>
                    <a:pt x="1929" y="9705"/>
                  </a:lnTo>
                  <a:lnTo>
                    <a:pt x="4406" y="7800"/>
                  </a:lnTo>
                  <a:lnTo>
                    <a:pt x="5513" y="1477"/>
                  </a:lnTo>
                  <a:lnTo>
                    <a:pt x="2656" y="4275"/>
                  </a:lnTo>
                  <a:lnTo>
                    <a:pt x="0" y="1"/>
                  </a:lnTo>
                  <a:close/>
                </a:path>
              </a:pathLst>
            </a:cu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1"/>
            <p:cNvSpPr/>
            <p:nvPr/>
          </p:nvSpPr>
          <p:spPr>
            <a:xfrm>
              <a:off x="4844350" y="1877425"/>
              <a:ext cx="571225" cy="551425"/>
            </a:xfrm>
            <a:custGeom>
              <a:avLst/>
              <a:gdLst/>
              <a:ahLst/>
              <a:cxnLst/>
              <a:rect l="l" t="t" r="r" b="b"/>
              <a:pathLst>
                <a:path w="22849" h="22057" extrusionOk="0">
                  <a:moveTo>
                    <a:pt x="3746" y="1"/>
                  </a:moveTo>
                  <a:cubicBezTo>
                    <a:pt x="3080" y="1"/>
                    <a:pt x="2473" y="385"/>
                    <a:pt x="2203" y="978"/>
                  </a:cubicBezTo>
                  <a:cubicBezTo>
                    <a:pt x="2179" y="966"/>
                    <a:pt x="2131" y="966"/>
                    <a:pt x="2096" y="954"/>
                  </a:cubicBezTo>
                  <a:cubicBezTo>
                    <a:pt x="1994" y="935"/>
                    <a:pt x="1892" y="926"/>
                    <a:pt x="1792" y="926"/>
                  </a:cubicBezTo>
                  <a:cubicBezTo>
                    <a:pt x="992" y="926"/>
                    <a:pt x="279" y="1498"/>
                    <a:pt x="131" y="2323"/>
                  </a:cubicBezTo>
                  <a:cubicBezTo>
                    <a:pt x="0" y="3121"/>
                    <a:pt x="417" y="3883"/>
                    <a:pt x="1108" y="4192"/>
                  </a:cubicBezTo>
                  <a:cubicBezTo>
                    <a:pt x="643" y="4502"/>
                    <a:pt x="298" y="4978"/>
                    <a:pt x="179" y="5573"/>
                  </a:cubicBezTo>
                  <a:cubicBezTo>
                    <a:pt x="0" y="6526"/>
                    <a:pt x="512" y="7466"/>
                    <a:pt x="1358" y="7859"/>
                  </a:cubicBezTo>
                  <a:cubicBezTo>
                    <a:pt x="1000" y="8109"/>
                    <a:pt x="750" y="8478"/>
                    <a:pt x="655" y="8943"/>
                  </a:cubicBezTo>
                  <a:cubicBezTo>
                    <a:pt x="512" y="9776"/>
                    <a:pt x="988" y="10562"/>
                    <a:pt x="1762" y="10836"/>
                  </a:cubicBezTo>
                  <a:cubicBezTo>
                    <a:pt x="1477" y="11074"/>
                    <a:pt x="1262" y="11407"/>
                    <a:pt x="1191" y="11812"/>
                  </a:cubicBezTo>
                  <a:cubicBezTo>
                    <a:pt x="1048" y="12598"/>
                    <a:pt x="1489" y="13372"/>
                    <a:pt x="2203" y="13670"/>
                  </a:cubicBezTo>
                  <a:cubicBezTo>
                    <a:pt x="2096" y="13848"/>
                    <a:pt x="2024" y="14063"/>
                    <a:pt x="2000" y="14289"/>
                  </a:cubicBezTo>
                  <a:cubicBezTo>
                    <a:pt x="1798" y="15384"/>
                    <a:pt x="2536" y="16432"/>
                    <a:pt x="3620" y="16622"/>
                  </a:cubicBezTo>
                  <a:cubicBezTo>
                    <a:pt x="3740" y="16637"/>
                    <a:pt x="3861" y="16652"/>
                    <a:pt x="3984" y="16652"/>
                  </a:cubicBezTo>
                  <a:cubicBezTo>
                    <a:pt x="4056" y="16652"/>
                    <a:pt x="4129" y="16647"/>
                    <a:pt x="4203" y="16634"/>
                  </a:cubicBezTo>
                  <a:cubicBezTo>
                    <a:pt x="4215" y="17932"/>
                    <a:pt x="5191" y="19027"/>
                    <a:pt x="6501" y="19182"/>
                  </a:cubicBezTo>
                  <a:cubicBezTo>
                    <a:pt x="6606" y="19195"/>
                    <a:pt x="6711" y="19201"/>
                    <a:pt x="6815" y="19201"/>
                  </a:cubicBezTo>
                  <a:cubicBezTo>
                    <a:pt x="7287" y="19201"/>
                    <a:pt x="7742" y="19071"/>
                    <a:pt x="8132" y="18837"/>
                  </a:cubicBezTo>
                  <a:lnTo>
                    <a:pt x="8132" y="18837"/>
                  </a:lnTo>
                  <a:cubicBezTo>
                    <a:pt x="8037" y="19908"/>
                    <a:pt x="8823" y="20873"/>
                    <a:pt x="9894" y="20992"/>
                  </a:cubicBezTo>
                  <a:cubicBezTo>
                    <a:pt x="9979" y="21002"/>
                    <a:pt x="10062" y="21007"/>
                    <a:pt x="10144" y="21007"/>
                  </a:cubicBezTo>
                  <a:cubicBezTo>
                    <a:pt x="10724" y="21007"/>
                    <a:pt x="11244" y="20757"/>
                    <a:pt x="11609" y="20361"/>
                  </a:cubicBezTo>
                  <a:cubicBezTo>
                    <a:pt x="11942" y="21254"/>
                    <a:pt x="12752" y="21933"/>
                    <a:pt x="13752" y="22040"/>
                  </a:cubicBezTo>
                  <a:cubicBezTo>
                    <a:pt x="13853" y="22051"/>
                    <a:pt x="13952" y="22056"/>
                    <a:pt x="14051" y="22056"/>
                  </a:cubicBezTo>
                  <a:cubicBezTo>
                    <a:pt x="14899" y="22056"/>
                    <a:pt x="15665" y="21653"/>
                    <a:pt x="16145" y="20992"/>
                  </a:cubicBezTo>
                  <a:cubicBezTo>
                    <a:pt x="16478" y="21230"/>
                    <a:pt x="16883" y="21397"/>
                    <a:pt x="17312" y="21492"/>
                  </a:cubicBezTo>
                  <a:cubicBezTo>
                    <a:pt x="17480" y="21522"/>
                    <a:pt x="17648" y="21536"/>
                    <a:pt x="17814" y="21536"/>
                  </a:cubicBezTo>
                  <a:cubicBezTo>
                    <a:pt x="19181" y="21536"/>
                    <a:pt x="20401" y="20561"/>
                    <a:pt x="20646" y="19170"/>
                  </a:cubicBezTo>
                  <a:cubicBezTo>
                    <a:pt x="20705" y="18837"/>
                    <a:pt x="20705" y="18527"/>
                    <a:pt x="20658" y="18218"/>
                  </a:cubicBezTo>
                  <a:cubicBezTo>
                    <a:pt x="21622" y="17980"/>
                    <a:pt x="22396" y="17182"/>
                    <a:pt x="22598" y="16146"/>
                  </a:cubicBezTo>
                  <a:cubicBezTo>
                    <a:pt x="22848" y="14729"/>
                    <a:pt x="21908" y="13360"/>
                    <a:pt x="20491" y="13110"/>
                  </a:cubicBezTo>
                  <a:cubicBezTo>
                    <a:pt x="20334" y="13079"/>
                    <a:pt x="20178" y="13064"/>
                    <a:pt x="20024" y="13064"/>
                  </a:cubicBezTo>
                  <a:cubicBezTo>
                    <a:pt x="19708" y="13064"/>
                    <a:pt x="19402" y="13125"/>
                    <a:pt x="19122" y="13229"/>
                  </a:cubicBezTo>
                  <a:cubicBezTo>
                    <a:pt x="18931" y="12062"/>
                    <a:pt x="18026" y="11086"/>
                    <a:pt x="16800" y="10860"/>
                  </a:cubicBezTo>
                  <a:cubicBezTo>
                    <a:pt x="16629" y="10829"/>
                    <a:pt x="16459" y="10814"/>
                    <a:pt x="16292" y="10814"/>
                  </a:cubicBezTo>
                  <a:cubicBezTo>
                    <a:pt x="15559" y="10814"/>
                    <a:pt x="14871" y="11099"/>
                    <a:pt x="14347" y="11574"/>
                  </a:cubicBezTo>
                  <a:cubicBezTo>
                    <a:pt x="13966" y="11026"/>
                    <a:pt x="13383" y="10622"/>
                    <a:pt x="12668" y="10491"/>
                  </a:cubicBezTo>
                  <a:cubicBezTo>
                    <a:pt x="12515" y="10463"/>
                    <a:pt x="12362" y="10450"/>
                    <a:pt x="12211" y="10450"/>
                  </a:cubicBezTo>
                  <a:cubicBezTo>
                    <a:pt x="11647" y="10450"/>
                    <a:pt x="11110" y="10636"/>
                    <a:pt x="10668" y="10955"/>
                  </a:cubicBezTo>
                  <a:cubicBezTo>
                    <a:pt x="10668" y="10002"/>
                    <a:pt x="9990" y="9169"/>
                    <a:pt x="9025" y="8990"/>
                  </a:cubicBezTo>
                  <a:cubicBezTo>
                    <a:pt x="8896" y="8963"/>
                    <a:pt x="8769" y="8950"/>
                    <a:pt x="8643" y="8950"/>
                  </a:cubicBezTo>
                  <a:cubicBezTo>
                    <a:pt x="8386" y="8950"/>
                    <a:pt x="8138" y="9006"/>
                    <a:pt x="7906" y="9110"/>
                  </a:cubicBezTo>
                  <a:cubicBezTo>
                    <a:pt x="8073" y="7776"/>
                    <a:pt x="7251" y="6550"/>
                    <a:pt x="5989" y="6157"/>
                  </a:cubicBezTo>
                  <a:cubicBezTo>
                    <a:pt x="6072" y="5978"/>
                    <a:pt x="6144" y="5776"/>
                    <a:pt x="6191" y="5561"/>
                  </a:cubicBezTo>
                  <a:cubicBezTo>
                    <a:pt x="6382" y="4466"/>
                    <a:pt x="5703" y="3406"/>
                    <a:pt x="4620" y="3133"/>
                  </a:cubicBezTo>
                  <a:cubicBezTo>
                    <a:pt x="5013" y="2894"/>
                    <a:pt x="5310" y="2478"/>
                    <a:pt x="5406" y="1990"/>
                  </a:cubicBezTo>
                  <a:cubicBezTo>
                    <a:pt x="5572" y="1073"/>
                    <a:pt x="4953" y="192"/>
                    <a:pt x="4036" y="25"/>
                  </a:cubicBezTo>
                  <a:cubicBezTo>
                    <a:pt x="3939" y="9"/>
                    <a:pt x="3842" y="1"/>
                    <a:pt x="3746" y="1"/>
                  </a:cubicBezTo>
                  <a:close/>
                </a:path>
              </a:pathLst>
            </a:custGeom>
            <a:solidFill>
              <a:srgbClr val="F4D8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1"/>
            <p:cNvSpPr/>
            <p:nvPr/>
          </p:nvSpPr>
          <p:spPr>
            <a:xfrm>
              <a:off x="5144675" y="2309950"/>
              <a:ext cx="109275" cy="65200"/>
            </a:xfrm>
            <a:custGeom>
              <a:avLst/>
              <a:gdLst/>
              <a:ahLst/>
              <a:cxnLst/>
              <a:rect l="l" t="t" r="r" b="b"/>
              <a:pathLst>
                <a:path w="4371" h="2608" extrusionOk="0">
                  <a:moveTo>
                    <a:pt x="48" y="0"/>
                  </a:moveTo>
                  <a:cubicBezTo>
                    <a:pt x="13" y="143"/>
                    <a:pt x="1" y="274"/>
                    <a:pt x="1" y="417"/>
                  </a:cubicBezTo>
                  <a:cubicBezTo>
                    <a:pt x="1" y="1631"/>
                    <a:pt x="977" y="2607"/>
                    <a:pt x="2191" y="2607"/>
                  </a:cubicBezTo>
                  <a:cubicBezTo>
                    <a:pt x="3394" y="2607"/>
                    <a:pt x="4370" y="1631"/>
                    <a:pt x="4370" y="417"/>
                  </a:cubicBezTo>
                  <a:cubicBezTo>
                    <a:pt x="4370" y="286"/>
                    <a:pt x="4358" y="143"/>
                    <a:pt x="4335" y="0"/>
                  </a:cubicBezTo>
                  <a:cubicBezTo>
                    <a:pt x="4132" y="1012"/>
                    <a:pt x="3263" y="1774"/>
                    <a:pt x="2191" y="1774"/>
                  </a:cubicBezTo>
                  <a:cubicBezTo>
                    <a:pt x="1120" y="1774"/>
                    <a:pt x="239" y="1012"/>
                    <a:pt x="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1"/>
            <p:cNvSpPr/>
            <p:nvPr/>
          </p:nvSpPr>
          <p:spPr>
            <a:xfrm>
              <a:off x="4916975" y="2084325"/>
              <a:ext cx="60150" cy="58550"/>
            </a:xfrm>
            <a:custGeom>
              <a:avLst/>
              <a:gdLst/>
              <a:ahLst/>
              <a:cxnLst/>
              <a:rect l="l" t="t" r="r" b="b"/>
              <a:pathLst>
                <a:path w="2406" h="2342" extrusionOk="0">
                  <a:moveTo>
                    <a:pt x="774" y="0"/>
                  </a:moveTo>
                  <a:cubicBezTo>
                    <a:pt x="703" y="36"/>
                    <a:pt x="643" y="83"/>
                    <a:pt x="584" y="131"/>
                  </a:cubicBezTo>
                  <a:cubicBezTo>
                    <a:pt x="60" y="595"/>
                    <a:pt x="0" y="1393"/>
                    <a:pt x="465" y="1917"/>
                  </a:cubicBezTo>
                  <a:cubicBezTo>
                    <a:pt x="712" y="2197"/>
                    <a:pt x="1065" y="2341"/>
                    <a:pt x="1421" y="2341"/>
                  </a:cubicBezTo>
                  <a:cubicBezTo>
                    <a:pt x="1716" y="2341"/>
                    <a:pt x="2013" y="2241"/>
                    <a:pt x="2251" y="2036"/>
                  </a:cubicBezTo>
                  <a:cubicBezTo>
                    <a:pt x="2310" y="1977"/>
                    <a:pt x="2370" y="1917"/>
                    <a:pt x="2405" y="1857"/>
                  </a:cubicBezTo>
                  <a:lnTo>
                    <a:pt x="2405" y="1857"/>
                  </a:lnTo>
                  <a:cubicBezTo>
                    <a:pt x="2213" y="1976"/>
                    <a:pt x="1997" y="2034"/>
                    <a:pt x="1779" y="2034"/>
                  </a:cubicBezTo>
                  <a:cubicBezTo>
                    <a:pt x="1430" y="2034"/>
                    <a:pt x="1079" y="1886"/>
                    <a:pt x="822" y="1607"/>
                  </a:cubicBezTo>
                  <a:cubicBezTo>
                    <a:pt x="417" y="1143"/>
                    <a:pt x="405" y="453"/>
                    <a:pt x="7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1"/>
            <p:cNvSpPr/>
            <p:nvPr/>
          </p:nvSpPr>
          <p:spPr>
            <a:xfrm>
              <a:off x="4940775" y="2131050"/>
              <a:ext cx="85450" cy="90950"/>
            </a:xfrm>
            <a:custGeom>
              <a:avLst/>
              <a:gdLst/>
              <a:ahLst/>
              <a:cxnLst/>
              <a:rect l="l" t="t" r="r" b="b"/>
              <a:pathLst>
                <a:path w="3418" h="3638" extrusionOk="0">
                  <a:moveTo>
                    <a:pt x="1453" y="0"/>
                  </a:moveTo>
                  <a:lnTo>
                    <a:pt x="1453" y="0"/>
                  </a:lnTo>
                  <a:cubicBezTo>
                    <a:pt x="1346" y="48"/>
                    <a:pt x="1251" y="96"/>
                    <a:pt x="1144" y="167"/>
                  </a:cubicBezTo>
                  <a:cubicBezTo>
                    <a:pt x="263" y="715"/>
                    <a:pt x="1" y="1882"/>
                    <a:pt x="549" y="2751"/>
                  </a:cubicBezTo>
                  <a:cubicBezTo>
                    <a:pt x="903" y="3321"/>
                    <a:pt x="1517" y="3637"/>
                    <a:pt x="2145" y="3637"/>
                  </a:cubicBezTo>
                  <a:cubicBezTo>
                    <a:pt x="2487" y="3637"/>
                    <a:pt x="2833" y="3543"/>
                    <a:pt x="3144" y="3346"/>
                  </a:cubicBezTo>
                  <a:cubicBezTo>
                    <a:pt x="3239" y="3286"/>
                    <a:pt x="3335" y="3215"/>
                    <a:pt x="3418" y="3132"/>
                  </a:cubicBezTo>
                  <a:lnTo>
                    <a:pt x="3418" y="3132"/>
                  </a:lnTo>
                  <a:cubicBezTo>
                    <a:pt x="3199" y="3213"/>
                    <a:pt x="2972" y="3252"/>
                    <a:pt x="2748" y="3252"/>
                  </a:cubicBezTo>
                  <a:cubicBezTo>
                    <a:pt x="2117" y="3252"/>
                    <a:pt x="1504" y="2941"/>
                    <a:pt x="1144" y="2370"/>
                  </a:cubicBezTo>
                  <a:cubicBezTo>
                    <a:pt x="656" y="1596"/>
                    <a:pt x="810" y="596"/>
                    <a:pt x="14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1"/>
            <p:cNvSpPr/>
            <p:nvPr/>
          </p:nvSpPr>
          <p:spPr>
            <a:xfrm>
              <a:off x="3851950" y="2228075"/>
              <a:ext cx="1316275" cy="1150175"/>
            </a:xfrm>
            <a:custGeom>
              <a:avLst/>
              <a:gdLst/>
              <a:ahLst/>
              <a:cxnLst/>
              <a:rect l="l" t="t" r="r" b="b"/>
              <a:pathLst>
                <a:path w="52651" h="46007" extrusionOk="0">
                  <a:moveTo>
                    <a:pt x="52079" y="1"/>
                  </a:moveTo>
                  <a:lnTo>
                    <a:pt x="1" y="43816"/>
                  </a:lnTo>
                  <a:lnTo>
                    <a:pt x="1894" y="46006"/>
                  </a:lnTo>
                  <a:lnTo>
                    <a:pt x="52650" y="644"/>
                  </a:lnTo>
                  <a:lnTo>
                    <a:pt x="52079" y="1"/>
                  </a:lnTo>
                  <a:close/>
                </a:path>
              </a:pathLst>
            </a:custGeom>
            <a:solidFill>
              <a:srgbClr val="113C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1"/>
            <p:cNvSpPr/>
            <p:nvPr/>
          </p:nvSpPr>
          <p:spPr>
            <a:xfrm>
              <a:off x="3840950" y="2215275"/>
              <a:ext cx="1315950" cy="1150475"/>
            </a:xfrm>
            <a:custGeom>
              <a:avLst/>
              <a:gdLst/>
              <a:ahLst/>
              <a:cxnLst/>
              <a:rect l="l" t="t" r="r" b="b"/>
              <a:pathLst>
                <a:path w="52638" h="46019" extrusionOk="0">
                  <a:moveTo>
                    <a:pt x="52090" y="1"/>
                  </a:moveTo>
                  <a:lnTo>
                    <a:pt x="0" y="43828"/>
                  </a:lnTo>
                  <a:lnTo>
                    <a:pt x="1905" y="46018"/>
                  </a:lnTo>
                  <a:lnTo>
                    <a:pt x="52638" y="656"/>
                  </a:lnTo>
                  <a:lnTo>
                    <a:pt x="520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95"/>
        <p:cNvGrpSpPr/>
        <p:nvPr/>
      </p:nvGrpSpPr>
      <p:grpSpPr>
        <a:xfrm>
          <a:off x="0" y="0"/>
          <a:ext cx="0" cy="0"/>
          <a:chOff x="0" y="0"/>
          <a:chExt cx="0" cy="0"/>
        </a:xfrm>
      </p:grpSpPr>
      <p:sp>
        <p:nvSpPr>
          <p:cNvPr id="696" name="Google Shape;696;p42"/>
          <p:cNvSpPr txBox="1">
            <a:spLocks noGrp="1"/>
          </p:cNvSpPr>
          <p:nvPr>
            <p:ph type="title"/>
          </p:nvPr>
        </p:nvSpPr>
        <p:spPr>
          <a:xfrm>
            <a:off x="713100" y="328962"/>
            <a:ext cx="7717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Aim / Objectives</a:t>
            </a:r>
            <a:endParaRPr dirty="0"/>
          </a:p>
        </p:txBody>
      </p:sp>
      <p:sp>
        <p:nvSpPr>
          <p:cNvPr id="697" name="Google Shape;697;p42"/>
          <p:cNvSpPr txBox="1">
            <a:spLocks noGrp="1"/>
          </p:cNvSpPr>
          <p:nvPr>
            <p:ph type="subTitle" idx="1"/>
          </p:nvPr>
        </p:nvSpPr>
        <p:spPr>
          <a:xfrm>
            <a:off x="808668" y="1011612"/>
            <a:ext cx="2261100" cy="396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Aim</a:t>
            </a:r>
            <a:endParaRPr dirty="0"/>
          </a:p>
        </p:txBody>
      </p:sp>
      <p:sp>
        <p:nvSpPr>
          <p:cNvPr id="699" name="Google Shape;699;p42"/>
          <p:cNvSpPr txBox="1">
            <a:spLocks noGrp="1"/>
          </p:cNvSpPr>
          <p:nvPr>
            <p:ph type="subTitle" idx="3"/>
          </p:nvPr>
        </p:nvSpPr>
        <p:spPr>
          <a:xfrm>
            <a:off x="173082" y="1499252"/>
            <a:ext cx="4133105" cy="2347175"/>
          </a:xfrm>
          <a:prstGeom prst="rect">
            <a:avLst/>
          </a:prstGeom>
        </p:spPr>
        <p:txBody>
          <a:bodyPr spcFirstLastPara="1" wrap="square" lIns="91425" tIns="91425" rIns="91425" bIns="91425" anchor="t" anchorCtr="0">
            <a:noAutofit/>
          </a:bodyPr>
          <a:lstStyle/>
          <a:p>
            <a:pPr marL="0" marR="0" algn="l">
              <a:lnSpc>
                <a:spcPct val="150000"/>
              </a:lnSpc>
              <a:spcBef>
                <a:spcPts val="0"/>
              </a:spcBef>
              <a:spcAft>
                <a:spcPts val="800"/>
              </a:spcAft>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The main aim of this analysis is to build a model, using historical data that will determine an optimum weight of the product to be shipped each time to the warehouse.</a:t>
            </a:r>
          </a:p>
        </p:txBody>
      </p:sp>
      <p:sp>
        <p:nvSpPr>
          <p:cNvPr id="10" name="Google Shape;697;p42">
            <a:extLst>
              <a:ext uri="{FF2B5EF4-FFF2-40B4-BE49-F238E27FC236}">
                <a16:creationId xmlns:a16="http://schemas.microsoft.com/office/drawing/2014/main" id="{8CE6B836-9B35-B37D-758D-8E9F27F8D370}"/>
              </a:ext>
            </a:extLst>
          </p:cNvPr>
          <p:cNvSpPr txBox="1">
            <a:spLocks/>
          </p:cNvSpPr>
          <p:nvPr/>
        </p:nvSpPr>
        <p:spPr>
          <a:xfrm>
            <a:off x="5713822" y="1011612"/>
            <a:ext cx="2261100" cy="396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800"/>
              <a:buFont typeface="Ramabhadra"/>
              <a:buNone/>
              <a:defRPr sz="1800" b="1" i="0" u="none" strike="noStrike" cap="none">
                <a:solidFill>
                  <a:schemeClr val="accent2"/>
                </a:solidFill>
                <a:latin typeface="Ramabhadra"/>
                <a:ea typeface="Ramabhadra"/>
                <a:cs typeface="Ramabhadra"/>
                <a:sym typeface="Ramabhadra"/>
              </a:defRPr>
            </a:lvl1pPr>
            <a:lvl2pPr marL="914400" marR="0" lvl="1"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2pPr>
            <a:lvl3pPr marL="1371600" marR="0" lvl="2"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3pPr>
            <a:lvl4pPr marL="1828800" marR="0" lvl="3"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4pPr>
            <a:lvl5pPr marL="2286000" marR="0" lvl="4"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5pPr>
            <a:lvl6pPr marL="2743200" marR="0" lvl="5"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6pPr>
            <a:lvl7pPr marL="3200400" marR="0" lvl="6"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7pPr>
            <a:lvl8pPr marL="3657600" marR="0" lvl="7" indent="-317500" algn="ctr" rtl="0">
              <a:lnSpc>
                <a:spcPct val="100000"/>
              </a:lnSpc>
              <a:spcBef>
                <a:spcPts val="1600"/>
              </a:spcBef>
              <a:spcAft>
                <a:spcPts val="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8pPr>
            <a:lvl9pPr marL="4114800" marR="0" lvl="8" indent="-317500" algn="ctr" rtl="0">
              <a:lnSpc>
                <a:spcPct val="100000"/>
              </a:lnSpc>
              <a:spcBef>
                <a:spcPts val="1600"/>
              </a:spcBef>
              <a:spcAft>
                <a:spcPts val="1600"/>
              </a:spcAft>
              <a:buClr>
                <a:schemeClr val="accent2"/>
              </a:buClr>
              <a:buSzPts val="1400"/>
              <a:buFont typeface="Ramabhadra"/>
              <a:buNone/>
              <a:defRPr sz="1400" b="0" i="0" u="none" strike="noStrike" cap="none">
                <a:solidFill>
                  <a:schemeClr val="accent2"/>
                </a:solidFill>
                <a:latin typeface="Ramabhadra"/>
                <a:ea typeface="Ramabhadra"/>
                <a:cs typeface="Ramabhadra"/>
                <a:sym typeface="Ramabhadra"/>
              </a:defRPr>
            </a:lvl9pPr>
          </a:lstStyle>
          <a:p>
            <a:pPr marL="0" indent="0">
              <a:spcAft>
                <a:spcPts val="1600"/>
              </a:spcAft>
            </a:pPr>
            <a:r>
              <a:rPr lang="en-US" dirty="0"/>
              <a:t>Objectives</a:t>
            </a:r>
          </a:p>
        </p:txBody>
      </p:sp>
      <p:sp>
        <p:nvSpPr>
          <p:cNvPr id="13" name="Google Shape;699;p42">
            <a:extLst>
              <a:ext uri="{FF2B5EF4-FFF2-40B4-BE49-F238E27FC236}">
                <a16:creationId xmlns:a16="http://schemas.microsoft.com/office/drawing/2014/main" id="{76E07489-799D-7543-CBDD-AD25C7EBDEAE}"/>
              </a:ext>
            </a:extLst>
          </p:cNvPr>
          <p:cNvSpPr txBox="1">
            <a:spLocks/>
          </p:cNvSpPr>
          <p:nvPr/>
        </p:nvSpPr>
        <p:spPr>
          <a:xfrm>
            <a:off x="4572000" y="1407912"/>
            <a:ext cx="4133105" cy="272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1pPr>
            <a:lvl2pPr marL="914400" marR="0" lvl="1"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2pPr>
            <a:lvl3pPr marL="1371600" marR="0" lvl="2"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3pPr>
            <a:lvl4pPr marL="1828800" marR="0" lvl="3"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4pPr>
            <a:lvl5pPr marL="2286000" marR="0" lvl="4"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5pPr>
            <a:lvl6pPr marL="2743200" marR="0" lvl="5"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6pPr>
            <a:lvl7pPr marL="3200400" marR="0" lvl="6"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7pPr>
            <a:lvl8pPr marL="3657600" marR="0" lvl="7" indent="-317500" algn="ctr" rtl="0">
              <a:lnSpc>
                <a:spcPct val="100000"/>
              </a:lnSpc>
              <a:spcBef>
                <a:spcPts val="1600"/>
              </a:spcBef>
              <a:spcAft>
                <a:spcPts val="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8pPr>
            <a:lvl9pPr marL="4114800" marR="0" lvl="8" indent="-317500" algn="ctr" rtl="0">
              <a:lnSpc>
                <a:spcPct val="100000"/>
              </a:lnSpc>
              <a:spcBef>
                <a:spcPts val="1600"/>
              </a:spcBef>
              <a:spcAft>
                <a:spcPts val="1600"/>
              </a:spcAft>
              <a:buClr>
                <a:schemeClr val="accent2"/>
              </a:buClr>
              <a:buSzPts val="1400"/>
              <a:buFont typeface="Montserrat"/>
              <a:buNone/>
              <a:defRPr sz="1400" b="0" i="0" u="none" strike="noStrike" cap="none">
                <a:solidFill>
                  <a:schemeClr val="accent2"/>
                </a:solidFill>
                <a:latin typeface="Montserrat"/>
                <a:ea typeface="Montserrat"/>
                <a:cs typeface="Montserrat"/>
                <a:sym typeface="Montserrat"/>
              </a:defRPr>
            </a:lvl9pPr>
          </a:lstStyle>
          <a:p>
            <a:pPr marR="0" lvl="0" algn="just">
              <a:lnSpc>
                <a:spcPct val="150000"/>
              </a:lnSpc>
              <a:spcBef>
                <a:spcPts val="0"/>
              </a:spcBef>
              <a:spcAft>
                <a:spcPts val="0"/>
              </a:spcAft>
              <a:buFont typeface="Arial" panose="020B0604020202020204" pitchFamily="34" charset="0"/>
              <a:buChar char="•"/>
            </a:pPr>
            <a:r>
              <a:rPr lang="en-US" kern="100" dirty="0">
                <a:solidFill>
                  <a:schemeClr val="accent2"/>
                </a:solidFill>
                <a:latin typeface="Trebuchet MS" panose="020B0603020202020204" pitchFamily="34" charset="0"/>
                <a:cs typeface="Times New Roman" panose="02020603050405020304" pitchFamily="18" charset="0"/>
                <a:sym typeface="Montserrat"/>
              </a:rPr>
              <a:t>Analyze the demand pattern in different pockets of the country.</a:t>
            </a:r>
          </a:p>
          <a:p>
            <a:pPr marR="0" lvl="0" algn="just">
              <a:lnSpc>
                <a:spcPct val="150000"/>
              </a:lnSpc>
              <a:spcBef>
                <a:spcPts val="0"/>
              </a:spcBef>
              <a:spcAft>
                <a:spcPts val="0"/>
              </a:spcAft>
              <a:buFont typeface="Arial" panose="020B0604020202020204" pitchFamily="34" charset="0"/>
              <a:buChar char="•"/>
            </a:pPr>
            <a:r>
              <a:rPr lang="en-US" kern="100" dirty="0">
                <a:solidFill>
                  <a:schemeClr val="accent2"/>
                </a:solidFill>
                <a:latin typeface="Trebuchet MS" panose="020B0603020202020204" pitchFamily="34" charset="0"/>
                <a:cs typeface="Times New Roman" panose="02020603050405020304" pitchFamily="18" charset="0"/>
                <a:sym typeface="Montserrat"/>
              </a:rPr>
              <a:t>How much product is supplied vs demanded per warehouse/region/zones?</a:t>
            </a:r>
          </a:p>
          <a:p>
            <a:pPr marR="0" lvl="0" algn="just">
              <a:lnSpc>
                <a:spcPct val="150000"/>
              </a:lnSpc>
              <a:spcBef>
                <a:spcPts val="0"/>
              </a:spcBef>
              <a:spcAft>
                <a:spcPts val="0"/>
              </a:spcAft>
              <a:buFont typeface="Arial" panose="020B0604020202020204" pitchFamily="34" charset="0"/>
              <a:buChar char="•"/>
            </a:pPr>
            <a:r>
              <a:rPr lang="en-US" kern="100" dirty="0">
                <a:solidFill>
                  <a:schemeClr val="accent2"/>
                </a:solidFill>
                <a:latin typeface="Trebuchet MS" panose="020B0603020202020204" pitchFamily="34" charset="0"/>
                <a:cs typeface="Times New Roman" panose="02020603050405020304" pitchFamily="18" charset="0"/>
                <a:sym typeface="Montserrat"/>
              </a:rPr>
              <a:t>Analyze warehouse issues (transport, breakdowns, electricity, floods etc.)</a:t>
            </a:r>
          </a:p>
          <a:p>
            <a:pPr marR="0" lvl="0" algn="just">
              <a:lnSpc>
                <a:spcPct val="150000"/>
              </a:lnSpc>
              <a:spcBef>
                <a:spcPts val="0"/>
              </a:spcBef>
              <a:spcAft>
                <a:spcPts val="800"/>
              </a:spcAft>
              <a:buFont typeface="Arial" panose="020B0604020202020204" pitchFamily="34" charset="0"/>
              <a:buChar char="•"/>
            </a:pPr>
            <a:r>
              <a:rPr lang="en-US" kern="100" dirty="0">
                <a:solidFill>
                  <a:schemeClr val="accent2"/>
                </a:solidFill>
                <a:latin typeface="Trebuchet MS" panose="020B0603020202020204" pitchFamily="34" charset="0"/>
                <a:cs typeface="Times New Roman" panose="02020603050405020304" pitchFamily="18" charset="0"/>
                <a:sym typeface="Montserrat"/>
              </a:rPr>
              <a:t>Recommendations to drive advertisement campaigns in country pockets.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726"/>
        <p:cNvGrpSpPr/>
        <p:nvPr/>
      </p:nvGrpSpPr>
      <p:grpSpPr>
        <a:xfrm>
          <a:off x="0" y="0"/>
          <a:ext cx="0" cy="0"/>
          <a:chOff x="0" y="0"/>
          <a:chExt cx="0" cy="0"/>
        </a:xfrm>
      </p:grpSpPr>
      <p:sp>
        <p:nvSpPr>
          <p:cNvPr id="727" name="Google Shape;727;p43"/>
          <p:cNvSpPr txBox="1">
            <a:spLocks noGrp="1"/>
          </p:cNvSpPr>
          <p:nvPr>
            <p:ph type="title"/>
          </p:nvPr>
        </p:nvSpPr>
        <p:spPr>
          <a:xfrm>
            <a:off x="562487" y="1095262"/>
            <a:ext cx="4257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 Source</a:t>
            </a:r>
            <a:endParaRPr dirty="0"/>
          </a:p>
        </p:txBody>
      </p:sp>
      <p:sp>
        <p:nvSpPr>
          <p:cNvPr id="728" name="Google Shape;728;p43"/>
          <p:cNvSpPr txBox="1">
            <a:spLocks noGrp="1"/>
          </p:cNvSpPr>
          <p:nvPr>
            <p:ph type="subTitle" idx="1"/>
          </p:nvPr>
        </p:nvSpPr>
        <p:spPr>
          <a:xfrm>
            <a:off x="562487" y="1700689"/>
            <a:ext cx="8019026" cy="2368800"/>
          </a:xfrm>
          <a:prstGeom prst="rect">
            <a:avLst/>
          </a:prstGeom>
        </p:spPr>
        <p:txBody>
          <a:bodyPr spcFirstLastPara="1" wrap="square" lIns="91425" tIns="91425" rIns="91425" bIns="91425" anchor="t" anchorCtr="0">
            <a:noAutofit/>
          </a:bodyPr>
          <a:lstStyle/>
          <a:p>
            <a:pPr marL="0" marR="0" indent="0" algn="just">
              <a:lnSpc>
                <a:spcPct val="150000"/>
              </a:lnSpc>
              <a:spcBef>
                <a:spcPts val="0"/>
              </a:spcBef>
              <a:spcAft>
                <a:spcPts val="800"/>
              </a:spcAft>
              <a:buNone/>
            </a:pP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The dataset used for this analysis was obtained from Kaggle (</a:t>
            </a:r>
            <a:r>
              <a:rPr lang="en-US" sz="1600" u="sng" kern="100" dirty="0">
                <a:solidFill>
                  <a:srgbClr val="FFAE3E"/>
                </a:solidFill>
                <a:effectLst/>
                <a:latin typeface="Trebuchet MS" panose="020B0603020202020204" pitchFamily="34" charset="0"/>
                <a:ea typeface="Trebuchet MS" panose="020B0603020202020204" pitchFamily="34" charset="0"/>
                <a:cs typeface="Times New Roman" panose="02020603050405020304" pitchFamily="18" charset="0"/>
                <a:hlinkClick r:id="rId3"/>
              </a:rPr>
              <a:t>https://www.kaggle.com/datasets/suraj9727/supply-chain-optimization-for-a-fmcg-company</a:t>
            </a: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 and contains 25,000 sales records for 2 years (years not specified). </a:t>
            </a:r>
          </a:p>
        </p:txBody>
      </p:sp>
      <p:grpSp>
        <p:nvGrpSpPr>
          <p:cNvPr id="729" name="Google Shape;729;p43"/>
          <p:cNvGrpSpPr/>
          <p:nvPr/>
        </p:nvGrpSpPr>
        <p:grpSpPr>
          <a:xfrm>
            <a:off x="5996763" y="-833078"/>
            <a:ext cx="4862917" cy="2480416"/>
            <a:chOff x="3065850" y="1881325"/>
            <a:chExt cx="2442600" cy="1342450"/>
          </a:xfrm>
        </p:grpSpPr>
        <p:sp>
          <p:nvSpPr>
            <p:cNvPr id="730" name="Google Shape;730;p43"/>
            <p:cNvSpPr/>
            <p:nvPr/>
          </p:nvSpPr>
          <p:spPr>
            <a:xfrm>
              <a:off x="3732900" y="1895600"/>
              <a:ext cx="1574325" cy="1260900"/>
            </a:xfrm>
            <a:custGeom>
              <a:avLst/>
              <a:gdLst/>
              <a:ahLst/>
              <a:cxnLst/>
              <a:rect l="l" t="t" r="r" b="b"/>
              <a:pathLst>
                <a:path w="62973" h="50436" extrusionOk="0">
                  <a:moveTo>
                    <a:pt x="60889" y="1"/>
                  </a:moveTo>
                  <a:lnTo>
                    <a:pt x="0" y="49673"/>
                  </a:lnTo>
                  <a:lnTo>
                    <a:pt x="619" y="50435"/>
                  </a:lnTo>
                  <a:lnTo>
                    <a:pt x="62972" y="2620"/>
                  </a:lnTo>
                  <a:lnTo>
                    <a:pt x="60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3"/>
            <p:cNvSpPr/>
            <p:nvPr/>
          </p:nvSpPr>
          <p:spPr>
            <a:xfrm>
              <a:off x="3745400" y="1910775"/>
              <a:ext cx="1573725" cy="1261500"/>
            </a:xfrm>
            <a:custGeom>
              <a:avLst/>
              <a:gdLst/>
              <a:ahLst/>
              <a:cxnLst/>
              <a:rect l="l" t="t" r="r" b="b"/>
              <a:pathLst>
                <a:path w="62949" h="50460" extrusionOk="0">
                  <a:moveTo>
                    <a:pt x="60877" y="1"/>
                  </a:moveTo>
                  <a:lnTo>
                    <a:pt x="0" y="49674"/>
                  </a:lnTo>
                  <a:lnTo>
                    <a:pt x="608" y="50459"/>
                  </a:lnTo>
                  <a:lnTo>
                    <a:pt x="62949" y="2620"/>
                  </a:lnTo>
                  <a:lnTo>
                    <a:pt x="6087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3"/>
            <p:cNvSpPr/>
            <p:nvPr/>
          </p:nvSpPr>
          <p:spPr>
            <a:xfrm>
              <a:off x="3065850" y="1988175"/>
              <a:ext cx="870675" cy="1229050"/>
            </a:xfrm>
            <a:custGeom>
              <a:avLst/>
              <a:gdLst/>
              <a:ahLst/>
              <a:cxnLst/>
              <a:rect l="l" t="t" r="r" b="b"/>
              <a:pathLst>
                <a:path w="34827" h="49162" extrusionOk="0">
                  <a:moveTo>
                    <a:pt x="1012" y="0"/>
                  </a:moveTo>
                  <a:cubicBezTo>
                    <a:pt x="0" y="2060"/>
                    <a:pt x="1072" y="4501"/>
                    <a:pt x="2608" y="5727"/>
                  </a:cubicBezTo>
                  <a:cubicBezTo>
                    <a:pt x="3965" y="6835"/>
                    <a:pt x="5823" y="7430"/>
                    <a:pt x="8287" y="7549"/>
                  </a:cubicBezTo>
                  <a:lnTo>
                    <a:pt x="8347" y="7549"/>
                  </a:lnTo>
                  <a:cubicBezTo>
                    <a:pt x="8694" y="7559"/>
                    <a:pt x="9043" y="7563"/>
                    <a:pt x="9390" y="7563"/>
                  </a:cubicBezTo>
                  <a:cubicBezTo>
                    <a:pt x="9864" y="7563"/>
                    <a:pt x="10334" y="7556"/>
                    <a:pt x="10787" y="7549"/>
                  </a:cubicBezTo>
                  <a:cubicBezTo>
                    <a:pt x="11262" y="7544"/>
                    <a:pt x="11745" y="7535"/>
                    <a:pt x="12228" y="7535"/>
                  </a:cubicBezTo>
                  <a:cubicBezTo>
                    <a:pt x="12885" y="7535"/>
                    <a:pt x="13543" y="7552"/>
                    <a:pt x="14181" y="7620"/>
                  </a:cubicBezTo>
                  <a:cubicBezTo>
                    <a:pt x="18669" y="8085"/>
                    <a:pt x="22753" y="10835"/>
                    <a:pt x="24896" y="14800"/>
                  </a:cubicBezTo>
                  <a:cubicBezTo>
                    <a:pt x="27028" y="18753"/>
                    <a:pt x="27075" y="23694"/>
                    <a:pt x="24992" y="27682"/>
                  </a:cubicBezTo>
                  <a:cubicBezTo>
                    <a:pt x="24361" y="28873"/>
                    <a:pt x="23563" y="30004"/>
                    <a:pt x="22777" y="31088"/>
                  </a:cubicBezTo>
                  <a:cubicBezTo>
                    <a:pt x="22301" y="31754"/>
                    <a:pt x="21789" y="32445"/>
                    <a:pt x="21348" y="33159"/>
                  </a:cubicBezTo>
                  <a:cubicBezTo>
                    <a:pt x="19812" y="35540"/>
                    <a:pt x="19146" y="37648"/>
                    <a:pt x="19300" y="39612"/>
                  </a:cubicBezTo>
                  <a:cubicBezTo>
                    <a:pt x="19431" y="41208"/>
                    <a:pt x="20086" y="42529"/>
                    <a:pt x="21217" y="43410"/>
                  </a:cubicBezTo>
                  <a:cubicBezTo>
                    <a:pt x="22232" y="44204"/>
                    <a:pt x="23612" y="44626"/>
                    <a:pt x="25123" y="44626"/>
                  </a:cubicBezTo>
                  <a:cubicBezTo>
                    <a:pt x="25562" y="44626"/>
                    <a:pt x="26012" y="44590"/>
                    <a:pt x="26468" y="44518"/>
                  </a:cubicBezTo>
                  <a:cubicBezTo>
                    <a:pt x="26801" y="44458"/>
                    <a:pt x="27159" y="44399"/>
                    <a:pt x="27504" y="44315"/>
                  </a:cubicBezTo>
                  <a:cubicBezTo>
                    <a:pt x="28393" y="44146"/>
                    <a:pt x="29244" y="43986"/>
                    <a:pt x="30100" y="43986"/>
                  </a:cubicBezTo>
                  <a:cubicBezTo>
                    <a:pt x="30207" y="43986"/>
                    <a:pt x="30314" y="43989"/>
                    <a:pt x="30421" y="43994"/>
                  </a:cubicBezTo>
                  <a:cubicBezTo>
                    <a:pt x="31838" y="44041"/>
                    <a:pt x="33040" y="44613"/>
                    <a:pt x="33588" y="45542"/>
                  </a:cubicBezTo>
                  <a:cubicBezTo>
                    <a:pt x="33909" y="46066"/>
                    <a:pt x="33981" y="46792"/>
                    <a:pt x="33755" y="47399"/>
                  </a:cubicBezTo>
                  <a:cubicBezTo>
                    <a:pt x="33576" y="47887"/>
                    <a:pt x="33266" y="48232"/>
                    <a:pt x="32850" y="48387"/>
                  </a:cubicBezTo>
                  <a:lnTo>
                    <a:pt x="33112" y="49161"/>
                  </a:lnTo>
                  <a:cubicBezTo>
                    <a:pt x="33767" y="48923"/>
                    <a:pt x="34267" y="48399"/>
                    <a:pt x="34529" y="47685"/>
                  </a:cubicBezTo>
                  <a:cubicBezTo>
                    <a:pt x="34826" y="46839"/>
                    <a:pt x="34731" y="45851"/>
                    <a:pt x="34290" y="45125"/>
                  </a:cubicBezTo>
                  <a:cubicBezTo>
                    <a:pt x="33576" y="43958"/>
                    <a:pt x="32135" y="43244"/>
                    <a:pt x="30433" y="43184"/>
                  </a:cubicBezTo>
                  <a:cubicBezTo>
                    <a:pt x="30372" y="43183"/>
                    <a:pt x="30311" y="43182"/>
                    <a:pt x="30251" y="43182"/>
                  </a:cubicBezTo>
                  <a:cubicBezTo>
                    <a:pt x="29255" y="43182"/>
                    <a:pt x="28280" y="43361"/>
                    <a:pt x="27337" y="43530"/>
                  </a:cubicBezTo>
                  <a:cubicBezTo>
                    <a:pt x="27004" y="43589"/>
                    <a:pt x="26658" y="43661"/>
                    <a:pt x="26313" y="43708"/>
                  </a:cubicBezTo>
                  <a:cubicBezTo>
                    <a:pt x="25894" y="43775"/>
                    <a:pt x="25481" y="43808"/>
                    <a:pt x="25081" y="43808"/>
                  </a:cubicBezTo>
                  <a:cubicBezTo>
                    <a:pt x="23766" y="43808"/>
                    <a:pt x="22584" y="43452"/>
                    <a:pt x="21717" y="42768"/>
                  </a:cubicBezTo>
                  <a:cubicBezTo>
                    <a:pt x="20765" y="42029"/>
                    <a:pt x="20229" y="40946"/>
                    <a:pt x="20110" y="39553"/>
                  </a:cubicBezTo>
                  <a:cubicBezTo>
                    <a:pt x="19955" y="37767"/>
                    <a:pt x="20586" y="35838"/>
                    <a:pt x="22015" y="33624"/>
                  </a:cubicBezTo>
                  <a:cubicBezTo>
                    <a:pt x="22456" y="32933"/>
                    <a:pt x="22956" y="32254"/>
                    <a:pt x="23432" y="31599"/>
                  </a:cubicBezTo>
                  <a:cubicBezTo>
                    <a:pt x="24230" y="30480"/>
                    <a:pt x="25063" y="29337"/>
                    <a:pt x="25706" y="28087"/>
                  </a:cubicBezTo>
                  <a:cubicBezTo>
                    <a:pt x="27909" y="23860"/>
                    <a:pt x="27861" y="18622"/>
                    <a:pt x="25599" y="14419"/>
                  </a:cubicBezTo>
                  <a:cubicBezTo>
                    <a:pt x="23337" y="10228"/>
                    <a:pt x="18991" y="7311"/>
                    <a:pt x="14240" y="6811"/>
                  </a:cubicBezTo>
                  <a:cubicBezTo>
                    <a:pt x="13550" y="6740"/>
                    <a:pt x="12855" y="6720"/>
                    <a:pt x="12166" y="6720"/>
                  </a:cubicBezTo>
                  <a:cubicBezTo>
                    <a:pt x="11691" y="6720"/>
                    <a:pt x="11218" y="6730"/>
                    <a:pt x="10752" y="6739"/>
                  </a:cubicBezTo>
                  <a:cubicBezTo>
                    <a:pt x="10267" y="6747"/>
                    <a:pt x="9778" y="6758"/>
                    <a:pt x="9290" y="6758"/>
                  </a:cubicBezTo>
                  <a:cubicBezTo>
                    <a:pt x="8975" y="6758"/>
                    <a:pt x="8660" y="6753"/>
                    <a:pt x="8347" y="6739"/>
                  </a:cubicBezTo>
                  <a:cubicBezTo>
                    <a:pt x="6037" y="6656"/>
                    <a:pt x="4310" y="6120"/>
                    <a:pt x="3096" y="5120"/>
                  </a:cubicBezTo>
                  <a:cubicBezTo>
                    <a:pt x="1822" y="4072"/>
                    <a:pt x="905" y="2072"/>
                    <a:pt x="1727" y="381"/>
                  </a:cubicBezTo>
                  <a:lnTo>
                    <a:pt x="10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3"/>
            <p:cNvSpPr/>
            <p:nvPr/>
          </p:nvSpPr>
          <p:spPr>
            <a:xfrm>
              <a:off x="3138475" y="1952750"/>
              <a:ext cx="870975" cy="1229050"/>
            </a:xfrm>
            <a:custGeom>
              <a:avLst/>
              <a:gdLst/>
              <a:ahLst/>
              <a:cxnLst/>
              <a:rect l="l" t="t" r="r" b="b"/>
              <a:pathLst>
                <a:path w="34839" h="49162" extrusionOk="0">
                  <a:moveTo>
                    <a:pt x="1013" y="1"/>
                  </a:moveTo>
                  <a:cubicBezTo>
                    <a:pt x="1" y="2060"/>
                    <a:pt x="1072" y="4501"/>
                    <a:pt x="2608" y="5739"/>
                  </a:cubicBezTo>
                  <a:cubicBezTo>
                    <a:pt x="3953" y="6835"/>
                    <a:pt x="5823" y="7430"/>
                    <a:pt x="8287" y="7549"/>
                  </a:cubicBezTo>
                  <a:lnTo>
                    <a:pt x="8347" y="7549"/>
                  </a:lnTo>
                  <a:cubicBezTo>
                    <a:pt x="8669" y="7563"/>
                    <a:pt x="8993" y="7568"/>
                    <a:pt x="9316" y="7568"/>
                  </a:cubicBezTo>
                  <a:cubicBezTo>
                    <a:pt x="9815" y="7568"/>
                    <a:pt x="10310" y="7556"/>
                    <a:pt x="10788" y="7549"/>
                  </a:cubicBezTo>
                  <a:cubicBezTo>
                    <a:pt x="11262" y="7544"/>
                    <a:pt x="11743" y="7535"/>
                    <a:pt x="12225" y="7535"/>
                  </a:cubicBezTo>
                  <a:cubicBezTo>
                    <a:pt x="12880" y="7535"/>
                    <a:pt x="13536" y="7552"/>
                    <a:pt x="14181" y="7621"/>
                  </a:cubicBezTo>
                  <a:cubicBezTo>
                    <a:pt x="18658" y="8085"/>
                    <a:pt x="22753" y="10835"/>
                    <a:pt x="24896" y="14800"/>
                  </a:cubicBezTo>
                  <a:cubicBezTo>
                    <a:pt x="27028" y="18753"/>
                    <a:pt x="27075" y="23694"/>
                    <a:pt x="24992" y="27683"/>
                  </a:cubicBezTo>
                  <a:cubicBezTo>
                    <a:pt x="24361" y="28873"/>
                    <a:pt x="23563" y="30004"/>
                    <a:pt x="22765" y="31088"/>
                  </a:cubicBezTo>
                  <a:cubicBezTo>
                    <a:pt x="22289" y="31766"/>
                    <a:pt x="21789" y="32445"/>
                    <a:pt x="21337" y="33159"/>
                  </a:cubicBezTo>
                  <a:cubicBezTo>
                    <a:pt x="19813" y="35541"/>
                    <a:pt x="19134" y="37660"/>
                    <a:pt x="19301" y="39624"/>
                  </a:cubicBezTo>
                  <a:cubicBezTo>
                    <a:pt x="19432" y="41208"/>
                    <a:pt x="20086" y="42541"/>
                    <a:pt x="21217" y="43411"/>
                  </a:cubicBezTo>
                  <a:cubicBezTo>
                    <a:pt x="22229" y="44211"/>
                    <a:pt x="23596" y="44627"/>
                    <a:pt x="25098" y="44627"/>
                  </a:cubicBezTo>
                  <a:cubicBezTo>
                    <a:pt x="25541" y="44627"/>
                    <a:pt x="25996" y="44591"/>
                    <a:pt x="26456" y="44518"/>
                  </a:cubicBezTo>
                  <a:cubicBezTo>
                    <a:pt x="26801" y="44458"/>
                    <a:pt x="27159" y="44399"/>
                    <a:pt x="27504" y="44327"/>
                  </a:cubicBezTo>
                  <a:cubicBezTo>
                    <a:pt x="28393" y="44147"/>
                    <a:pt x="29245" y="43986"/>
                    <a:pt x="30101" y="43986"/>
                  </a:cubicBezTo>
                  <a:cubicBezTo>
                    <a:pt x="30208" y="43986"/>
                    <a:pt x="30314" y="43989"/>
                    <a:pt x="30421" y="43994"/>
                  </a:cubicBezTo>
                  <a:cubicBezTo>
                    <a:pt x="31850" y="44042"/>
                    <a:pt x="33040" y="44625"/>
                    <a:pt x="33600" y="45542"/>
                  </a:cubicBezTo>
                  <a:cubicBezTo>
                    <a:pt x="33921" y="46066"/>
                    <a:pt x="33993" y="46792"/>
                    <a:pt x="33767" y="47399"/>
                  </a:cubicBezTo>
                  <a:cubicBezTo>
                    <a:pt x="33588" y="47899"/>
                    <a:pt x="33278" y="48233"/>
                    <a:pt x="32862" y="48387"/>
                  </a:cubicBezTo>
                  <a:lnTo>
                    <a:pt x="33124" y="49161"/>
                  </a:lnTo>
                  <a:cubicBezTo>
                    <a:pt x="33779" y="48935"/>
                    <a:pt x="34279" y="48399"/>
                    <a:pt x="34541" y="47685"/>
                  </a:cubicBezTo>
                  <a:cubicBezTo>
                    <a:pt x="34838" y="46840"/>
                    <a:pt x="34743" y="45863"/>
                    <a:pt x="34302" y="45125"/>
                  </a:cubicBezTo>
                  <a:cubicBezTo>
                    <a:pt x="33588" y="43970"/>
                    <a:pt x="32147" y="43256"/>
                    <a:pt x="30445" y="43196"/>
                  </a:cubicBezTo>
                  <a:cubicBezTo>
                    <a:pt x="30357" y="43193"/>
                    <a:pt x="30270" y="43192"/>
                    <a:pt x="30183" y="43192"/>
                  </a:cubicBezTo>
                  <a:cubicBezTo>
                    <a:pt x="29214" y="43192"/>
                    <a:pt x="28267" y="43366"/>
                    <a:pt x="27349" y="43530"/>
                  </a:cubicBezTo>
                  <a:cubicBezTo>
                    <a:pt x="27016" y="43589"/>
                    <a:pt x="26671" y="43673"/>
                    <a:pt x="26325" y="43708"/>
                  </a:cubicBezTo>
                  <a:cubicBezTo>
                    <a:pt x="25899" y="43776"/>
                    <a:pt x="25481" y="43810"/>
                    <a:pt x="25075" y="43810"/>
                  </a:cubicBezTo>
                  <a:cubicBezTo>
                    <a:pt x="23768" y="43810"/>
                    <a:pt x="22593" y="43461"/>
                    <a:pt x="21729" y="42780"/>
                  </a:cubicBezTo>
                  <a:cubicBezTo>
                    <a:pt x="20777" y="42030"/>
                    <a:pt x="20241" y="40946"/>
                    <a:pt x="20122" y="39565"/>
                  </a:cubicBezTo>
                  <a:cubicBezTo>
                    <a:pt x="19967" y="37779"/>
                    <a:pt x="20598" y="35838"/>
                    <a:pt x="22027" y="33624"/>
                  </a:cubicBezTo>
                  <a:cubicBezTo>
                    <a:pt x="22468" y="32933"/>
                    <a:pt x="22968" y="32254"/>
                    <a:pt x="23444" y="31600"/>
                  </a:cubicBezTo>
                  <a:cubicBezTo>
                    <a:pt x="24242" y="30480"/>
                    <a:pt x="25075" y="29337"/>
                    <a:pt x="25718" y="28087"/>
                  </a:cubicBezTo>
                  <a:cubicBezTo>
                    <a:pt x="27921" y="23861"/>
                    <a:pt x="27873" y="18622"/>
                    <a:pt x="25611" y="14419"/>
                  </a:cubicBezTo>
                  <a:cubicBezTo>
                    <a:pt x="23349" y="10228"/>
                    <a:pt x="19003" y="7311"/>
                    <a:pt x="14252" y="6823"/>
                  </a:cubicBezTo>
                  <a:cubicBezTo>
                    <a:pt x="13511" y="6746"/>
                    <a:pt x="12755" y="6724"/>
                    <a:pt x="12007" y="6724"/>
                  </a:cubicBezTo>
                  <a:cubicBezTo>
                    <a:pt x="11589" y="6724"/>
                    <a:pt x="11173" y="6731"/>
                    <a:pt x="10764" y="6739"/>
                  </a:cubicBezTo>
                  <a:cubicBezTo>
                    <a:pt x="10326" y="6753"/>
                    <a:pt x="9885" y="6762"/>
                    <a:pt x="9444" y="6762"/>
                  </a:cubicBezTo>
                  <a:cubicBezTo>
                    <a:pt x="9081" y="6762"/>
                    <a:pt x="8719" y="6756"/>
                    <a:pt x="8359" y="6739"/>
                  </a:cubicBezTo>
                  <a:cubicBezTo>
                    <a:pt x="6061" y="6644"/>
                    <a:pt x="4322" y="6120"/>
                    <a:pt x="3108" y="5120"/>
                  </a:cubicBezTo>
                  <a:cubicBezTo>
                    <a:pt x="1834" y="4084"/>
                    <a:pt x="917" y="2072"/>
                    <a:pt x="1739" y="393"/>
                  </a:cubicBezTo>
                  <a:lnTo>
                    <a:pt x="1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3"/>
            <p:cNvSpPr/>
            <p:nvPr/>
          </p:nvSpPr>
          <p:spPr>
            <a:xfrm>
              <a:off x="3211100" y="1917025"/>
              <a:ext cx="870975" cy="1228750"/>
            </a:xfrm>
            <a:custGeom>
              <a:avLst/>
              <a:gdLst/>
              <a:ahLst/>
              <a:cxnLst/>
              <a:rect l="l" t="t" r="r" b="b"/>
              <a:pathLst>
                <a:path w="34839" h="49150" extrusionOk="0">
                  <a:moveTo>
                    <a:pt x="1013" y="1"/>
                  </a:moveTo>
                  <a:lnTo>
                    <a:pt x="1013" y="1"/>
                  </a:lnTo>
                  <a:cubicBezTo>
                    <a:pt x="1" y="2061"/>
                    <a:pt x="1072" y="4501"/>
                    <a:pt x="2596" y="5740"/>
                  </a:cubicBezTo>
                  <a:cubicBezTo>
                    <a:pt x="3965" y="6847"/>
                    <a:pt x="5859" y="7442"/>
                    <a:pt x="8347" y="7549"/>
                  </a:cubicBezTo>
                  <a:cubicBezTo>
                    <a:pt x="8669" y="7563"/>
                    <a:pt x="8993" y="7568"/>
                    <a:pt x="9316" y="7568"/>
                  </a:cubicBezTo>
                  <a:cubicBezTo>
                    <a:pt x="9815" y="7568"/>
                    <a:pt x="10310" y="7557"/>
                    <a:pt x="10788" y="7549"/>
                  </a:cubicBezTo>
                  <a:cubicBezTo>
                    <a:pt x="11262" y="7544"/>
                    <a:pt x="11743" y="7535"/>
                    <a:pt x="12225" y="7535"/>
                  </a:cubicBezTo>
                  <a:cubicBezTo>
                    <a:pt x="12880" y="7535"/>
                    <a:pt x="13536" y="7552"/>
                    <a:pt x="14181" y="7621"/>
                  </a:cubicBezTo>
                  <a:cubicBezTo>
                    <a:pt x="18658" y="8085"/>
                    <a:pt x="22753" y="10835"/>
                    <a:pt x="24897" y="14800"/>
                  </a:cubicBezTo>
                  <a:cubicBezTo>
                    <a:pt x="27016" y="18753"/>
                    <a:pt x="27064" y="23694"/>
                    <a:pt x="24980" y="27683"/>
                  </a:cubicBezTo>
                  <a:cubicBezTo>
                    <a:pt x="24361" y="28873"/>
                    <a:pt x="23551" y="30004"/>
                    <a:pt x="22765" y="31088"/>
                  </a:cubicBezTo>
                  <a:cubicBezTo>
                    <a:pt x="22289" y="31767"/>
                    <a:pt x="21789" y="32445"/>
                    <a:pt x="21337" y="33160"/>
                  </a:cubicBezTo>
                  <a:cubicBezTo>
                    <a:pt x="19801" y="35541"/>
                    <a:pt x="19134" y="37660"/>
                    <a:pt x="19301" y="39625"/>
                  </a:cubicBezTo>
                  <a:cubicBezTo>
                    <a:pt x="19432" y="41208"/>
                    <a:pt x="20086" y="42542"/>
                    <a:pt x="21218" y="43411"/>
                  </a:cubicBezTo>
                  <a:cubicBezTo>
                    <a:pt x="22229" y="44211"/>
                    <a:pt x="23596" y="44627"/>
                    <a:pt x="25098" y="44627"/>
                  </a:cubicBezTo>
                  <a:cubicBezTo>
                    <a:pt x="25541" y="44627"/>
                    <a:pt x="25996" y="44591"/>
                    <a:pt x="26456" y="44518"/>
                  </a:cubicBezTo>
                  <a:cubicBezTo>
                    <a:pt x="26802" y="44459"/>
                    <a:pt x="27159" y="44399"/>
                    <a:pt x="27504" y="44328"/>
                  </a:cubicBezTo>
                  <a:cubicBezTo>
                    <a:pt x="28383" y="44148"/>
                    <a:pt x="29233" y="43987"/>
                    <a:pt x="30098" y="43987"/>
                  </a:cubicBezTo>
                  <a:cubicBezTo>
                    <a:pt x="30205" y="43987"/>
                    <a:pt x="30313" y="43989"/>
                    <a:pt x="30421" y="43994"/>
                  </a:cubicBezTo>
                  <a:lnTo>
                    <a:pt x="30493" y="43994"/>
                  </a:lnTo>
                  <a:cubicBezTo>
                    <a:pt x="31886" y="44054"/>
                    <a:pt x="33052" y="44637"/>
                    <a:pt x="33600" y="45530"/>
                  </a:cubicBezTo>
                  <a:cubicBezTo>
                    <a:pt x="33910" y="46054"/>
                    <a:pt x="33981" y="46780"/>
                    <a:pt x="33767" y="47388"/>
                  </a:cubicBezTo>
                  <a:cubicBezTo>
                    <a:pt x="33588" y="47876"/>
                    <a:pt x="33267" y="48221"/>
                    <a:pt x="32850" y="48376"/>
                  </a:cubicBezTo>
                  <a:lnTo>
                    <a:pt x="33124" y="49150"/>
                  </a:lnTo>
                  <a:cubicBezTo>
                    <a:pt x="33779" y="48912"/>
                    <a:pt x="34267" y="48388"/>
                    <a:pt x="34541" y="47673"/>
                  </a:cubicBezTo>
                  <a:cubicBezTo>
                    <a:pt x="34838" y="46828"/>
                    <a:pt x="34743" y="45840"/>
                    <a:pt x="34303" y="45113"/>
                  </a:cubicBezTo>
                  <a:cubicBezTo>
                    <a:pt x="33588" y="43947"/>
                    <a:pt x="32159" y="43220"/>
                    <a:pt x="30445" y="43173"/>
                  </a:cubicBezTo>
                  <a:cubicBezTo>
                    <a:pt x="30384" y="43171"/>
                    <a:pt x="30324" y="43171"/>
                    <a:pt x="30263" y="43171"/>
                  </a:cubicBezTo>
                  <a:cubicBezTo>
                    <a:pt x="29267" y="43171"/>
                    <a:pt x="28292" y="43350"/>
                    <a:pt x="27349" y="43518"/>
                  </a:cubicBezTo>
                  <a:cubicBezTo>
                    <a:pt x="27004" y="43578"/>
                    <a:pt x="26671" y="43649"/>
                    <a:pt x="26325" y="43697"/>
                  </a:cubicBezTo>
                  <a:cubicBezTo>
                    <a:pt x="25906" y="43763"/>
                    <a:pt x="25493" y="43796"/>
                    <a:pt x="25093" y="43796"/>
                  </a:cubicBezTo>
                  <a:cubicBezTo>
                    <a:pt x="23779" y="43796"/>
                    <a:pt x="22597" y="43441"/>
                    <a:pt x="21730" y="42756"/>
                  </a:cubicBezTo>
                  <a:cubicBezTo>
                    <a:pt x="20777" y="42018"/>
                    <a:pt x="20241" y="40934"/>
                    <a:pt x="20122" y="39541"/>
                  </a:cubicBezTo>
                  <a:cubicBezTo>
                    <a:pt x="19967" y="37755"/>
                    <a:pt x="20598" y="35827"/>
                    <a:pt x="22027" y="33612"/>
                  </a:cubicBezTo>
                  <a:cubicBezTo>
                    <a:pt x="22468" y="32921"/>
                    <a:pt x="22956" y="32243"/>
                    <a:pt x="23432" y="31588"/>
                  </a:cubicBezTo>
                  <a:cubicBezTo>
                    <a:pt x="24242" y="30469"/>
                    <a:pt x="25075" y="29326"/>
                    <a:pt x="25718" y="28076"/>
                  </a:cubicBezTo>
                  <a:cubicBezTo>
                    <a:pt x="27921" y="23849"/>
                    <a:pt x="27873" y="18610"/>
                    <a:pt x="25611" y="14407"/>
                  </a:cubicBezTo>
                  <a:cubicBezTo>
                    <a:pt x="23349" y="10216"/>
                    <a:pt x="19003" y="7299"/>
                    <a:pt x="14252" y="6799"/>
                  </a:cubicBezTo>
                  <a:cubicBezTo>
                    <a:pt x="13569" y="6729"/>
                    <a:pt x="12873" y="6708"/>
                    <a:pt x="12179" y="6708"/>
                  </a:cubicBezTo>
                  <a:cubicBezTo>
                    <a:pt x="11701" y="6708"/>
                    <a:pt x="11223" y="6718"/>
                    <a:pt x="10752" y="6728"/>
                  </a:cubicBezTo>
                  <a:cubicBezTo>
                    <a:pt x="10274" y="6735"/>
                    <a:pt x="9784" y="6747"/>
                    <a:pt x="9296" y="6747"/>
                  </a:cubicBezTo>
                  <a:cubicBezTo>
                    <a:pt x="8981" y="6747"/>
                    <a:pt x="8667" y="6742"/>
                    <a:pt x="8359" y="6728"/>
                  </a:cubicBezTo>
                  <a:cubicBezTo>
                    <a:pt x="6049" y="6644"/>
                    <a:pt x="4323" y="6109"/>
                    <a:pt x="3108" y="5109"/>
                  </a:cubicBezTo>
                  <a:cubicBezTo>
                    <a:pt x="1822" y="4061"/>
                    <a:pt x="917" y="2061"/>
                    <a:pt x="1739" y="370"/>
                  </a:cubicBezTo>
                  <a:lnTo>
                    <a:pt x="1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p:nvPr/>
          </p:nvSpPr>
          <p:spPr>
            <a:xfrm>
              <a:off x="3283425" y="1881325"/>
              <a:ext cx="870975" cy="1228725"/>
            </a:xfrm>
            <a:custGeom>
              <a:avLst/>
              <a:gdLst/>
              <a:ahLst/>
              <a:cxnLst/>
              <a:rect l="l" t="t" r="r" b="b"/>
              <a:pathLst>
                <a:path w="34839" h="49149" extrusionOk="0">
                  <a:moveTo>
                    <a:pt x="1013" y="0"/>
                  </a:moveTo>
                  <a:lnTo>
                    <a:pt x="1013" y="0"/>
                  </a:lnTo>
                  <a:cubicBezTo>
                    <a:pt x="1" y="2060"/>
                    <a:pt x="1072" y="4501"/>
                    <a:pt x="2608" y="5739"/>
                  </a:cubicBezTo>
                  <a:cubicBezTo>
                    <a:pt x="3966" y="6834"/>
                    <a:pt x="5823" y="7430"/>
                    <a:pt x="8300" y="7549"/>
                  </a:cubicBezTo>
                  <a:lnTo>
                    <a:pt x="8359" y="7549"/>
                  </a:lnTo>
                  <a:cubicBezTo>
                    <a:pt x="8677" y="7563"/>
                    <a:pt x="8998" y="7567"/>
                    <a:pt x="9319" y="7567"/>
                  </a:cubicBezTo>
                  <a:cubicBezTo>
                    <a:pt x="9817" y="7567"/>
                    <a:pt x="10315" y="7556"/>
                    <a:pt x="10800" y="7549"/>
                  </a:cubicBezTo>
                  <a:cubicBezTo>
                    <a:pt x="11269" y="7544"/>
                    <a:pt x="11749" y="7534"/>
                    <a:pt x="12232" y="7534"/>
                  </a:cubicBezTo>
                  <a:cubicBezTo>
                    <a:pt x="12888" y="7534"/>
                    <a:pt x="13548" y="7551"/>
                    <a:pt x="14193" y="7620"/>
                  </a:cubicBezTo>
                  <a:cubicBezTo>
                    <a:pt x="18670" y="8084"/>
                    <a:pt x="22766" y="10835"/>
                    <a:pt x="24909" y="14799"/>
                  </a:cubicBezTo>
                  <a:cubicBezTo>
                    <a:pt x="27028" y="18752"/>
                    <a:pt x="27076" y="23693"/>
                    <a:pt x="24992" y="27682"/>
                  </a:cubicBezTo>
                  <a:cubicBezTo>
                    <a:pt x="24373" y="28873"/>
                    <a:pt x="23563" y="30004"/>
                    <a:pt x="22778" y="31099"/>
                  </a:cubicBezTo>
                  <a:cubicBezTo>
                    <a:pt x="22301" y="31766"/>
                    <a:pt x="21789" y="32445"/>
                    <a:pt x="21349" y="33159"/>
                  </a:cubicBezTo>
                  <a:cubicBezTo>
                    <a:pt x="19813" y="35540"/>
                    <a:pt x="19146" y="37659"/>
                    <a:pt x="19313" y="39624"/>
                  </a:cubicBezTo>
                  <a:cubicBezTo>
                    <a:pt x="19444" y="41219"/>
                    <a:pt x="20099" y="42541"/>
                    <a:pt x="21230" y="43410"/>
                  </a:cubicBezTo>
                  <a:cubicBezTo>
                    <a:pt x="22239" y="44208"/>
                    <a:pt x="23601" y="44632"/>
                    <a:pt x="25099" y="44632"/>
                  </a:cubicBezTo>
                  <a:cubicBezTo>
                    <a:pt x="25545" y="44632"/>
                    <a:pt x="26004" y="44594"/>
                    <a:pt x="26468" y="44517"/>
                  </a:cubicBezTo>
                  <a:cubicBezTo>
                    <a:pt x="26802" y="44458"/>
                    <a:pt x="27171" y="44398"/>
                    <a:pt x="27504" y="44327"/>
                  </a:cubicBezTo>
                  <a:cubicBezTo>
                    <a:pt x="28418" y="44153"/>
                    <a:pt x="29291" y="43989"/>
                    <a:pt x="30170" y="43989"/>
                  </a:cubicBezTo>
                  <a:cubicBezTo>
                    <a:pt x="30254" y="43989"/>
                    <a:pt x="30338" y="43990"/>
                    <a:pt x="30421" y="43994"/>
                  </a:cubicBezTo>
                  <a:lnTo>
                    <a:pt x="30505" y="43994"/>
                  </a:lnTo>
                  <a:cubicBezTo>
                    <a:pt x="31898" y="44053"/>
                    <a:pt x="33053" y="44636"/>
                    <a:pt x="33612" y="45529"/>
                  </a:cubicBezTo>
                  <a:cubicBezTo>
                    <a:pt x="33922" y="46053"/>
                    <a:pt x="33993" y="46780"/>
                    <a:pt x="33767" y="47387"/>
                  </a:cubicBezTo>
                  <a:cubicBezTo>
                    <a:pt x="33588" y="47875"/>
                    <a:pt x="33279" y="48220"/>
                    <a:pt x="32862" y="48375"/>
                  </a:cubicBezTo>
                  <a:lnTo>
                    <a:pt x="33136" y="49149"/>
                  </a:lnTo>
                  <a:cubicBezTo>
                    <a:pt x="33791" y="48911"/>
                    <a:pt x="34279" y="48387"/>
                    <a:pt x="34541" y="47673"/>
                  </a:cubicBezTo>
                  <a:cubicBezTo>
                    <a:pt x="34839" y="46827"/>
                    <a:pt x="34755" y="45839"/>
                    <a:pt x="34315" y="45113"/>
                  </a:cubicBezTo>
                  <a:cubicBezTo>
                    <a:pt x="33600" y="43958"/>
                    <a:pt x="32160" y="43232"/>
                    <a:pt x="30457" y="43172"/>
                  </a:cubicBezTo>
                  <a:cubicBezTo>
                    <a:pt x="30396" y="43171"/>
                    <a:pt x="30336" y="43170"/>
                    <a:pt x="30275" y="43170"/>
                  </a:cubicBezTo>
                  <a:cubicBezTo>
                    <a:pt x="29279" y="43170"/>
                    <a:pt x="28304" y="43349"/>
                    <a:pt x="27361" y="43517"/>
                  </a:cubicBezTo>
                  <a:cubicBezTo>
                    <a:pt x="27016" y="43577"/>
                    <a:pt x="26671" y="43648"/>
                    <a:pt x="26337" y="43696"/>
                  </a:cubicBezTo>
                  <a:cubicBezTo>
                    <a:pt x="25909" y="43764"/>
                    <a:pt x="25488" y="43797"/>
                    <a:pt x="25080" y="43797"/>
                  </a:cubicBezTo>
                  <a:cubicBezTo>
                    <a:pt x="23768" y="43797"/>
                    <a:pt x="22593" y="43449"/>
                    <a:pt x="21730" y="42767"/>
                  </a:cubicBezTo>
                  <a:cubicBezTo>
                    <a:pt x="20777" y="42017"/>
                    <a:pt x="20241" y="40934"/>
                    <a:pt x="20122" y="39541"/>
                  </a:cubicBezTo>
                  <a:cubicBezTo>
                    <a:pt x="19980" y="37755"/>
                    <a:pt x="20599" y="35826"/>
                    <a:pt x="22027" y="33611"/>
                  </a:cubicBezTo>
                  <a:cubicBezTo>
                    <a:pt x="22480" y="32921"/>
                    <a:pt x="22968" y="32242"/>
                    <a:pt x="23444" y="31587"/>
                  </a:cubicBezTo>
                  <a:cubicBezTo>
                    <a:pt x="24254" y="30468"/>
                    <a:pt x="25087" y="29325"/>
                    <a:pt x="25718" y="28075"/>
                  </a:cubicBezTo>
                  <a:cubicBezTo>
                    <a:pt x="27921" y="23848"/>
                    <a:pt x="27885" y="18609"/>
                    <a:pt x="25623" y="14407"/>
                  </a:cubicBezTo>
                  <a:cubicBezTo>
                    <a:pt x="23361" y="10216"/>
                    <a:pt x="19015" y="7299"/>
                    <a:pt x="14265" y="6798"/>
                  </a:cubicBezTo>
                  <a:cubicBezTo>
                    <a:pt x="13574" y="6728"/>
                    <a:pt x="12875" y="6708"/>
                    <a:pt x="12183" y="6708"/>
                  </a:cubicBezTo>
                  <a:cubicBezTo>
                    <a:pt x="11705" y="6708"/>
                    <a:pt x="11231" y="6717"/>
                    <a:pt x="10764" y="6727"/>
                  </a:cubicBezTo>
                  <a:cubicBezTo>
                    <a:pt x="10287" y="6734"/>
                    <a:pt x="9796" y="6746"/>
                    <a:pt x="9308" y="6746"/>
                  </a:cubicBezTo>
                  <a:cubicBezTo>
                    <a:pt x="8993" y="6746"/>
                    <a:pt x="8679" y="6741"/>
                    <a:pt x="8371" y="6727"/>
                  </a:cubicBezTo>
                  <a:lnTo>
                    <a:pt x="8311" y="6727"/>
                  </a:lnTo>
                  <a:cubicBezTo>
                    <a:pt x="6037" y="6620"/>
                    <a:pt x="4335" y="6084"/>
                    <a:pt x="3120" y="5108"/>
                  </a:cubicBezTo>
                  <a:cubicBezTo>
                    <a:pt x="1834" y="4060"/>
                    <a:pt x="930" y="2060"/>
                    <a:pt x="1751" y="369"/>
                  </a:cubicBezTo>
                  <a:lnTo>
                    <a:pt x="10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3"/>
            <p:cNvSpPr/>
            <p:nvPr/>
          </p:nvSpPr>
          <p:spPr>
            <a:xfrm>
              <a:off x="3781700" y="2157825"/>
              <a:ext cx="1716925" cy="1049275"/>
            </a:xfrm>
            <a:custGeom>
              <a:avLst/>
              <a:gdLst/>
              <a:ahLst/>
              <a:cxnLst/>
              <a:rect l="l" t="t" r="r" b="b"/>
              <a:pathLst>
                <a:path w="68677" h="41971" extrusionOk="0">
                  <a:moveTo>
                    <a:pt x="66962" y="1"/>
                  </a:moveTo>
                  <a:lnTo>
                    <a:pt x="1" y="41137"/>
                  </a:lnTo>
                  <a:lnTo>
                    <a:pt x="513" y="41970"/>
                  </a:lnTo>
                  <a:lnTo>
                    <a:pt x="68676" y="2870"/>
                  </a:lnTo>
                  <a:lnTo>
                    <a:pt x="669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3"/>
            <p:cNvSpPr/>
            <p:nvPr/>
          </p:nvSpPr>
          <p:spPr>
            <a:xfrm>
              <a:off x="3791825" y="2174500"/>
              <a:ext cx="1716625" cy="1049275"/>
            </a:xfrm>
            <a:custGeom>
              <a:avLst/>
              <a:gdLst/>
              <a:ahLst/>
              <a:cxnLst/>
              <a:rect l="l" t="t" r="r" b="b"/>
              <a:pathLst>
                <a:path w="68665" h="41971" extrusionOk="0">
                  <a:moveTo>
                    <a:pt x="66961" y="1"/>
                  </a:moveTo>
                  <a:lnTo>
                    <a:pt x="1" y="41137"/>
                  </a:lnTo>
                  <a:lnTo>
                    <a:pt x="489" y="41970"/>
                  </a:lnTo>
                  <a:lnTo>
                    <a:pt x="68664" y="2882"/>
                  </a:lnTo>
                  <a:lnTo>
                    <a:pt x="669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741"/>
        <p:cNvGrpSpPr/>
        <p:nvPr/>
      </p:nvGrpSpPr>
      <p:grpSpPr>
        <a:xfrm>
          <a:off x="0" y="0"/>
          <a:ext cx="0" cy="0"/>
          <a:chOff x="0" y="0"/>
          <a:chExt cx="0" cy="0"/>
        </a:xfrm>
      </p:grpSpPr>
      <p:sp>
        <p:nvSpPr>
          <p:cNvPr id="742" name="Google Shape;742;p44"/>
          <p:cNvSpPr txBox="1">
            <a:spLocks noGrp="1"/>
          </p:cNvSpPr>
          <p:nvPr>
            <p:ph type="title"/>
          </p:nvPr>
        </p:nvSpPr>
        <p:spPr>
          <a:xfrm>
            <a:off x="1425606" y="380338"/>
            <a:ext cx="7550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Data Preparation / Cleaning</a:t>
            </a:r>
            <a:endParaRPr dirty="0"/>
          </a:p>
        </p:txBody>
      </p:sp>
      <p:sp>
        <p:nvSpPr>
          <p:cNvPr id="743" name="Google Shape;743;p44"/>
          <p:cNvSpPr txBox="1">
            <a:spLocks noGrp="1"/>
          </p:cNvSpPr>
          <p:nvPr>
            <p:ph type="body" idx="1"/>
          </p:nvPr>
        </p:nvSpPr>
        <p:spPr>
          <a:xfrm>
            <a:off x="368477" y="1101536"/>
            <a:ext cx="8685206" cy="3891366"/>
          </a:xfrm>
          <a:prstGeom prst="rect">
            <a:avLst/>
          </a:prstGeom>
        </p:spPr>
        <p:txBody>
          <a:bodyPr spcFirstLastPara="1" wrap="square" lIns="91425" tIns="91425" rIns="91425" bIns="91425" anchor="t" anchorCtr="0">
            <a:noAutofit/>
          </a:bodyPr>
          <a:lstStyle/>
          <a:p>
            <a:pPr marL="0" marR="0" indent="0" algn="just">
              <a:lnSpc>
                <a:spcPct val="150000"/>
              </a:lnSpc>
              <a:spcBef>
                <a:spcPts val="0"/>
              </a:spcBef>
              <a:spcAft>
                <a:spcPts val="800"/>
              </a:spcAft>
              <a:buNone/>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Dataset initially had 24 columns by 25,000 rows. Cleaning involved;</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Removing duplicate records.</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Converting all numerical columns to numeric values.</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Missing values replacement: I replaced the missing values on the </a:t>
            </a:r>
            <a:r>
              <a:rPr lang="en-US" kern="100" dirty="0" err="1">
                <a:effectLst/>
                <a:latin typeface="Trebuchet MS" panose="020B0603020202020204" pitchFamily="34" charset="0"/>
                <a:ea typeface="Trebuchet MS" panose="020B0603020202020204" pitchFamily="34" charset="0"/>
                <a:cs typeface="Times New Roman" panose="02020603050405020304" pitchFamily="18" charset="0"/>
              </a:rPr>
              <a:t>workers_num</a:t>
            </a: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 column with average of the column, the volume of missing data there wasn’t much – hence that was the best option as it couldn’t be gotten from the source. </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Feature Engineering: I created new columns to convert 0s and 1s to No and Yes on the flood and electric issue columns.</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Trimming for white spaces.</a:t>
            </a:r>
          </a:p>
          <a:p>
            <a:pPr marL="342900" marR="0" lvl="0" indent="-342900" algn="just">
              <a:lnSpc>
                <a:spcPct val="150000"/>
              </a:lnSpc>
              <a:spcBef>
                <a:spcPts val="0"/>
              </a:spcBef>
              <a:spcAft>
                <a:spcPts val="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Formatting of text columns in terms of letter casing and </a:t>
            </a:r>
          </a:p>
          <a:p>
            <a:pPr marL="342900" marR="0" lvl="0" indent="-342900" algn="just">
              <a:lnSpc>
                <a:spcPct val="150000"/>
              </a:lnSpc>
              <a:spcBef>
                <a:spcPts val="0"/>
              </a:spcBef>
              <a:spcAft>
                <a:spcPts val="800"/>
              </a:spcAft>
              <a:buFont typeface="Wingdings" panose="05000000000000000000" pitchFamily="2" charset="2"/>
              <a:buChar char=""/>
            </a:pPr>
            <a:r>
              <a:rPr lang="en-US" kern="100" dirty="0">
                <a:effectLst/>
                <a:latin typeface="Trebuchet MS" panose="020B0603020202020204" pitchFamily="34" charset="0"/>
                <a:ea typeface="Trebuchet MS" panose="020B0603020202020204" pitchFamily="34" charset="0"/>
                <a:cs typeface="Times New Roman" panose="02020603050405020304" pitchFamily="18" charset="0"/>
              </a:rPr>
              <a:t>Spell checking.</a:t>
            </a:r>
          </a:p>
        </p:txBody>
      </p:sp>
      <p:grpSp>
        <p:nvGrpSpPr>
          <p:cNvPr id="747" name="Google Shape;747;p44"/>
          <p:cNvGrpSpPr/>
          <p:nvPr/>
        </p:nvGrpSpPr>
        <p:grpSpPr>
          <a:xfrm rot="15685084" flipH="1">
            <a:off x="7649251" y="3693628"/>
            <a:ext cx="2003918" cy="1659769"/>
            <a:chOff x="2771169" y="1747849"/>
            <a:chExt cx="2303859" cy="2229706"/>
          </a:xfrm>
        </p:grpSpPr>
        <p:sp>
          <p:nvSpPr>
            <p:cNvPr id="748" name="Google Shape;748;p44"/>
            <p:cNvSpPr/>
            <p:nvPr/>
          </p:nvSpPr>
          <p:spPr>
            <a:xfrm>
              <a:off x="2772548" y="2029604"/>
              <a:ext cx="2302480" cy="1947951"/>
            </a:xfrm>
            <a:custGeom>
              <a:avLst/>
              <a:gdLst/>
              <a:ahLst/>
              <a:cxnLst/>
              <a:rect l="l" t="t" r="r" b="b"/>
              <a:pathLst>
                <a:path w="80142" h="67802" extrusionOk="0">
                  <a:moveTo>
                    <a:pt x="14673" y="0"/>
                  </a:moveTo>
                  <a:cubicBezTo>
                    <a:pt x="10941" y="0"/>
                    <a:pt x="7715" y="1084"/>
                    <a:pt x="5644" y="3466"/>
                  </a:cubicBezTo>
                  <a:cubicBezTo>
                    <a:pt x="1" y="9943"/>
                    <a:pt x="5001" y="23540"/>
                    <a:pt x="14657" y="31970"/>
                  </a:cubicBezTo>
                  <a:cubicBezTo>
                    <a:pt x="18110" y="34970"/>
                    <a:pt x="21682" y="36923"/>
                    <a:pt x="25123" y="37875"/>
                  </a:cubicBezTo>
                  <a:cubicBezTo>
                    <a:pt x="35315" y="40721"/>
                    <a:pt x="44828" y="45614"/>
                    <a:pt x="52793" y="52568"/>
                  </a:cubicBezTo>
                  <a:lnTo>
                    <a:pt x="68926" y="66641"/>
                  </a:lnTo>
                  <a:cubicBezTo>
                    <a:pt x="69813" y="67419"/>
                    <a:pt x="70913" y="67801"/>
                    <a:pt x="72010" y="67801"/>
                  </a:cubicBezTo>
                  <a:cubicBezTo>
                    <a:pt x="73315" y="67801"/>
                    <a:pt x="74615" y="67261"/>
                    <a:pt x="75546" y="66200"/>
                  </a:cubicBezTo>
                  <a:lnTo>
                    <a:pt x="78451" y="62950"/>
                  </a:lnTo>
                  <a:cubicBezTo>
                    <a:pt x="80142" y="61009"/>
                    <a:pt x="79951" y="58044"/>
                    <a:pt x="77998" y="56330"/>
                  </a:cubicBezTo>
                  <a:lnTo>
                    <a:pt x="60687" y="43507"/>
                  </a:lnTo>
                  <a:cubicBezTo>
                    <a:pt x="52710" y="36554"/>
                    <a:pt x="46578" y="27803"/>
                    <a:pt x="42375" y="18087"/>
                  </a:cubicBezTo>
                  <a:cubicBezTo>
                    <a:pt x="40970" y="14825"/>
                    <a:pt x="38565" y="11539"/>
                    <a:pt x="35112" y="8526"/>
                  </a:cubicBezTo>
                  <a:cubicBezTo>
                    <a:pt x="29000" y="3204"/>
                    <a:pt x="21088" y="0"/>
                    <a:pt x="146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4"/>
            <p:cNvSpPr/>
            <p:nvPr/>
          </p:nvSpPr>
          <p:spPr>
            <a:xfrm>
              <a:off x="2771169" y="1958697"/>
              <a:ext cx="2269325" cy="1947750"/>
            </a:xfrm>
            <a:custGeom>
              <a:avLst/>
              <a:gdLst/>
              <a:ahLst/>
              <a:cxnLst/>
              <a:rect l="l" t="t" r="r" b="b"/>
              <a:pathLst>
                <a:path w="78988" h="67795" extrusionOk="0">
                  <a:moveTo>
                    <a:pt x="14689" y="1"/>
                  </a:moveTo>
                  <a:cubicBezTo>
                    <a:pt x="10953" y="1"/>
                    <a:pt x="7721" y="1086"/>
                    <a:pt x="5645" y="3470"/>
                  </a:cubicBezTo>
                  <a:cubicBezTo>
                    <a:pt x="1" y="9935"/>
                    <a:pt x="5002" y="23544"/>
                    <a:pt x="14658" y="31961"/>
                  </a:cubicBezTo>
                  <a:cubicBezTo>
                    <a:pt x="18110" y="34974"/>
                    <a:pt x="21682" y="36926"/>
                    <a:pt x="25123" y="37879"/>
                  </a:cubicBezTo>
                  <a:cubicBezTo>
                    <a:pt x="35315" y="40712"/>
                    <a:pt x="44828" y="45618"/>
                    <a:pt x="52793" y="52559"/>
                  </a:cubicBezTo>
                  <a:lnTo>
                    <a:pt x="68926" y="66644"/>
                  </a:lnTo>
                  <a:cubicBezTo>
                    <a:pt x="69817" y="67415"/>
                    <a:pt x="70915" y="67795"/>
                    <a:pt x="72009" y="67795"/>
                  </a:cubicBezTo>
                  <a:cubicBezTo>
                    <a:pt x="73314" y="67795"/>
                    <a:pt x="74613" y="67254"/>
                    <a:pt x="75546" y="66192"/>
                  </a:cubicBezTo>
                  <a:lnTo>
                    <a:pt x="77284" y="64203"/>
                  </a:lnTo>
                  <a:cubicBezTo>
                    <a:pt x="78987" y="62251"/>
                    <a:pt x="78797" y="59286"/>
                    <a:pt x="76844" y="57584"/>
                  </a:cubicBezTo>
                  <a:lnTo>
                    <a:pt x="60711" y="43498"/>
                  </a:lnTo>
                  <a:cubicBezTo>
                    <a:pt x="52734" y="36545"/>
                    <a:pt x="46602" y="27794"/>
                    <a:pt x="42387" y="18079"/>
                  </a:cubicBezTo>
                  <a:cubicBezTo>
                    <a:pt x="40958" y="14816"/>
                    <a:pt x="38553" y="11530"/>
                    <a:pt x="35113" y="8530"/>
                  </a:cubicBezTo>
                  <a:cubicBezTo>
                    <a:pt x="29010" y="3202"/>
                    <a:pt x="21105" y="1"/>
                    <a:pt x="146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4"/>
            <p:cNvSpPr/>
            <p:nvPr/>
          </p:nvSpPr>
          <p:spPr>
            <a:xfrm>
              <a:off x="2956594" y="2109790"/>
              <a:ext cx="966018" cy="805187"/>
            </a:xfrm>
            <a:custGeom>
              <a:avLst/>
              <a:gdLst/>
              <a:ahLst/>
              <a:cxnLst/>
              <a:rect l="l" t="t" r="r" b="b"/>
              <a:pathLst>
                <a:path w="33624" h="28026" extrusionOk="0">
                  <a:moveTo>
                    <a:pt x="10693" y="1"/>
                  </a:moveTo>
                  <a:cubicBezTo>
                    <a:pt x="7980" y="1"/>
                    <a:pt x="5632" y="790"/>
                    <a:pt x="4120" y="2521"/>
                  </a:cubicBezTo>
                  <a:cubicBezTo>
                    <a:pt x="0" y="7224"/>
                    <a:pt x="3655" y="17106"/>
                    <a:pt x="10668" y="23226"/>
                  </a:cubicBezTo>
                  <a:cubicBezTo>
                    <a:pt x="14413" y="26492"/>
                    <a:pt x="18375" y="28026"/>
                    <a:pt x="21876" y="28026"/>
                  </a:cubicBezTo>
                  <a:cubicBezTo>
                    <a:pt x="24920" y="28026"/>
                    <a:pt x="27616" y="26866"/>
                    <a:pt x="29516" y="24678"/>
                  </a:cubicBezTo>
                  <a:cubicBezTo>
                    <a:pt x="33623" y="19975"/>
                    <a:pt x="32528" y="12320"/>
                    <a:pt x="25515" y="6200"/>
                  </a:cubicBezTo>
                  <a:cubicBezTo>
                    <a:pt x="21084" y="2325"/>
                    <a:pt x="15350" y="1"/>
                    <a:pt x="10693" y="1"/>
                  </a:cubicBezTo>
                  <a:close/>
                </a:path>
              </a:pathLst>
            </a:custGeom>
            <a:solidFill>
              <a:srgbClr val="F4BD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4"/>
            <p:cNvSpPr/>
            <p:nvPr/>
          </p:nvSpPr>
          <p:spPr>
            <a:xfrm>
              <a:off x="4114940" y="1747849"/>
              <a:ext cx="352500" cy="222525"/>
            </a:xfrm>
            <a:custGeom>
              <a:avLst/>
              <a:gdLst/>
              <a:ahLst/>
              <a:cxnLst/>
              <a:rect l="l" t="t" r="r" b="b"/>
              <a:pathLst>
                <a:path w="14100" h="8901" extrusionOk="0">
                  <a:moveTo>
                    <a:pt x="3007" y="0"/>
                  </a:moveTo>
                  <a:cubicBezTo>
                    <a:pt x="2505" y="0"/>
                    <a:pt x="2015" y="94"/>
                    <a:pt x="1560" y="313"/>
                  </a:cubicBezTo>
                  <a:cubicBezTo>
                    <a:pt x="1" y="1027"/>
                    <a:pt x="72" y="4290"/>
                    <a:pt x="2811" y="6302"/>
                  </a:cubicBezTo>
                  <a:cubicBezTo>
                    <a:pt x="4466" y="7504"/>
                    <a:pt x="6359" y="8350"/>
                    <a:pt x="8359" y="8766"/>
                  </a:cubicBezTo>
                  <a:cubicBezTo>
                    <a:pt x="8803" y="8858"/>
                    <a:pt x="9232" y="8900"/>
                    <a:pt x="9641" y="8900"/>
                  </a:cubicBezTo>
                  <a:cubicBezTo>
                    <a:pt x="12299" y="8900"/>
                    <a:pt x="14099" y="7119"/>
                    <a:pt x="13645" y="5695"/>
                  </a:cubicBezTo>
                  <a:cubicBezTo>
                    <a:pt x="13169" y="4028"/>
                    <a:pt x="11312" y="3028"/>
                    <a:pt x="9645" y="2635"/>
                  </a:cubicBezTo>
                  <a:cubicBezTo>
                    <a:pt x="8514" y="2396"/>
                    <a:pt x="7454" y="1920"/>
                    <a:pt x="6513" y="1242"/>
                  </a:cubicBezTo>
                  <a:cubicBezTo>
                    <a:pt x="5518" y="558"/>
                    <a:pt x="4229" y="0"/>
                    <a:pt x="3007" y="0"/>
                  </a:cubicBezTo>
                  <a:close/>
                </a:path>
              </a:pathLst>
            </a:custGeom>
            <a:solidFill>
              <a:srgbClr val="F4BD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4"/>
            <p:cNvSpPr/>
            <p:nvPr/>
          </p:nvSpPr>
          <p:spPr>
            <a:xfrm>
              <a:off x="4262290" y="1769049"/>
              <a:ext cx="110750" cy="65575"/>
            </a:xfrm>
            <a:custGeom>
              <a:avLst/>
              <a:gdLst/>
              <a:ahLst/>
              <a:cxnLst/>
              <a:rect l="l" t="t" r="r" b="b"/>
              <a:pathLst>
                <a:path w="4430" h="2623" extrusionOk="0">
                  <a:moveTo>
                    <a:pt x="0" y="1"/>
                  </a:moveTo>
                  <a:lnTo>
                    <a:pt x="0" y="1"/>
                  </a:lnTo>
                  <a:cubicBezTo>
                    <a:pt x="48" y="596"/>
                    <a:pt x="191" y="1156"/>
                    <a:pt x="524" y="1537"/>
                  </a:cubicBezTo>
                  <a:cubicBezTo>
                    <a:pt x="1116" y="2254"/>
                    <a:pt x="1904" y="2622"/>
                    <a:pt x="2814" y="2622"/>
                  </a:cubicBezTo>
                  <a:cubicBezTo>
                    <a:pt x="2856" y="2622"/>
                    <a:pt x="2899" y="2622"/>
                    <a:pt x="2941" y="2620"/>
                  </a:cubicBezTo>
                  <a:cubicBezTo>
                    <a:pt x="3453" y="2608"/>
                    <a:pt x="3953" y="2358"/>
                    <a:pt x="4429" y="1989"/>
                  </a:cubicBezTo>
                  <a:cubicBezTo>
                    <a:pt x="4191" y="1906"/>
                    <a:pt x="3977" y="1834"/>
                    <a:pt x="3739" y="1787"/>
                  </a:cubicBezTo>
                  <a:cubicBezTo>
                    <a:pt x="2596" y="1548"/>
                    <a:pt x="1536" y="1072"/>
                    <a:pt x="608" y="394"/>
                  </a:cubicBezTo>
                  <a:cubicBezTo>
                    <a:pt x="429" y="251"/>
                    <a:pt x="227" y="144"/>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4"/>
            <p:cNvSpPr/>
            <p:nvPr/>
          </p:nvSpPr>
          <p:spPr>
            <a:xfrm>
              <a:off x="4283190" y="2158974"/>
              <a:ext cx="366075" cy="208000"/>
            </a:xfrm>
            <a:custGeom>
              <a:avLst/>
              <a:gdLst/>
              <a:ahLst/>
              <a:cxnLst/>
              <a:rect l="l" t="t" r="r" b="b"/>
              <a:pathLst>
                <a:path w="14643" h="8320" extrusionOk="0">
                  <a:moveTo>
                    <a:pt x="11338" y="0"/>
                  </a:moveTo>
                  <a:cubicBezTo>
                    <a:pt x="10236" y="0"/>
                    <a:pt x="9075" y="407"/>
                    <a:pt x="8118" y="941"/>
                  </a:cubicBezTo>
                  <a:cubicBezTo>
                    <a:pt x="7130" y="1537"/>
                    <a:pt x="6022" y="1906"/>
                    <a:pt x="4879" y="2049"/>
                  </a:cubicBezTo>
                  <a:cubicBezTo>
                    <a:pt x="3177" y="2299"/>
                    <a:pt x="1260" y="3120"/>
                    <a:pt x="617" y="4740"/>
                  </a:cubicBezTo>
                  <a:cubicBezTo>
                    <a:pt x="1" y="6214"/>
                    <a:pt x="1897" y="8320"/>
                    <a:pt x="4858" y="8320"/>
                  </a:cubicBezTo>
                  <a:cubicBezTo>
                    <a:pt x="5100" y="8320"/>
                    <a:pt x="5350" y="8305"/>
                    <a:pt x="5606" y="8276"/>
                  </a:cubicBezTo>
                  <a:cubicBezTo>
                    <a:pt x="7630" y="8038"/>
                    <a:pt x="9594" y="7371"/>
                    <a:pt x="11356" y="6311"/>
                  </a:cubicBezTo>
                  <a:cubicBezTo>
                    <a:pt x="14273" y="4561"/>
                    <a:pt x="14642" y="1334"/>
                    <a:pt x="13142" y="465"/>
                  </a:cubicBezTo>
                  <a:cubicBezTo>
                    <a:pt x="12596" y="137"/>
                    <a:pt x="11977" y="0"/>
                    <a:pt x="11338" y="0"/>
                  </a:cubicBezTo>
                  <a:close/>
                </a:path>
              </a:pathLst>
            </a:custGeom>
            <a:solidFill>
              <a:srgbClr val="F4BD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4"/>
            <p:cNvSpPr/>
            <p:nvPr/>
          </p:nvSpPr>
          <p:spPr>
            <a:xfrm>
              <a:off x="4387590" y="2173874"/>
              <a:ext cx="114925" cy="59600"/>
            </a:xfrm>
            <a:custGeom>
              <a:avLst/>
              <a:gdLst/>
              <a:ahLst/>
              <a:cxnLst/>
              <a:rect l="l" t="t" r="r" b="b"/>
              <a:pathLst>
                <a:path w="4597" h="2384" extrusionOk="0">
                  <a:moveTo>
                    <a:pt x="4597" y="0"/>
                  </a:moveTo>
                  <a:lnTo>
                    <a:pt x="4597" y="0"/>
                  </a:lnTo>
                  <a:cubicBezTo>
                    <a:pt x="4382" y="107"/>
                    <a:pt x="4156" y="214"/>
                    <a:pt x="3966" y="334"/>
                  </a:cubicBezTo>
                  <a:cubicBezTo>
                    <a:pt x="2965" y="929"/>
                    <a:pt x="1858" y="1298"/>
                    <a:pt x="715" y="1429"/>
                  </a:cubicBezTo>
                  <a:cubicBezTo>
                    <a:pt x="477" y="1488"/>
                    <a:pt x="239" y="1536"/>
                    <a:pt x="1" y="1584"/>
                  </a:cubicBezTo>
                  <a:cubicBezTo>
                    <a:pt x="429" y="2000"/>
                    <a:pt x="930" y="2298"/>
                    <a:pt x="1430" y="2358"/>
                  </a:cubicBezTo>
                  <a:cubicBezTo>
                    <a:pt x="1571" y="2375"/>
                    <a:pt x="1711" y="2384"/>
                    <a:pt x="1848" y="2384"/>
                  </a:cubicBezTo>
                  <a:cubicBezTo>
                    <a:pt x="2645" y="2384"/>
                    <a:pt x="3363" y="2088"/>
                    <a:pt x="3942" y="1488"/>
                  </a:cubicBezTo>
                  <a:cubicBezTo>
                    <a:pt x="4299" y="1131"/>
                    <a:pt x="4513" y="595"/>
                    <a:pt x="45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 name="Google Shape;755;p44"/>
          <p:cNvGrpSpPr/>
          <p:nvPr/>
        </p:nvGrpSpPr>
        <p:grpSpPr>
          <a:xfrm rot="-8906501">
            <a:off x="6885176" y="3630607"/>
            <a:ext cx="1093244" cy="1079119"/>
            <a:chOff x="6100325" y="2657375"/>
            <a:chExt cx="669514" cy="660864"/>
          </a:xfrm>
        </p:grpSpPr>
        <p:sp>
          <p:nvSpPr>
            <p:cNvPr id="756" name="Google Shape;756;p44"/>
            <p:cNvSpPr/>
            <p:nvPr/>
          </p:nvSpPr>
          <p:spPr>
            <a:xfrm>
              <a:off x="6402677" y="3113718"/>
              <a:ext cx="174590" cy="153012"/>
            </a:xfrm>
            <a:custGeom>
              <a:avLst/>
              <a:gdLst/>
              <a:ahLst/>
              <a:cxnLst/>
              <a:rect l="l" t="t" r="r" b="b"/>
              <a:pathLst>
                <a:path w="4620" h="4049" extrusionOk="0">
                  <a:moveTo>
                    <a:pt x="477" y="1"/>
                  </a:moveTo>
                  <a:cubicBezTo>
                    <a:pt x="346" y="155"/>
                    <a:pt x="191" y="274"/>
                    <a:pt x="72" y="429"/>
                  </a:cubicBezTo>
                  <a:cubicBezTo>
                    <a:pt x="60" y="465"/>
                    <a:pt x="48" y="477"/>
                    <a:pt x="48" y="513"/>
                  </a:cubicBezTo>
                  <a:cubicBezTo>
                    <a:pt x="48" y="525"/>
                    <a:pt x="60" y="536"/>
                    <a:pt x="72" y="548"/>
                  </a:cubicBezTo>
                  <a:cubicBezTo>
                    <a:pt x="96" y="608"/>
                    <a:pt x="0" y="655"/>
                    <a:pt x="36" y="715"/>
                  </a:cubicBezTo>
                  <a:cubicBezTo>
                    <a:pt x="380" y="1380"/>
                    <a:pt x="1011" y="1968"/>
                    <a:pt x="1748" y="1968"/>
                  </a:cubicBezTo>
                  <a:cubicBezTo>
                    <a:pt x="1777" y="1968"/>
                    <a:pt x="1805" y="1967"/>
                    <a:pt x="1834" y="1965"/>
                  </a:cubicBezTo>
                  <a:cubicBezTo>
                    <a:pt x="2001" y="1953"/>
                    <a:pt x="2155" y="1918"/>
                    <a:pt x="2322" y="1918"/>
                  </a:cubicBezTo>
                  <a:cubicBezTo>
                    <a:pt x="2846" y="1941"/>
                    <a:pt x="3251" y="2382"/>
                    <a:pt x="3513" y="2834"/>
                  </a:cubicBezTo>
                  <a:cubicBezTo>
                    <a:pt x="3786" y="3275"/>
                    <a:pt x="4001" y="3763"/>
                    <a:pt x="4453" y="4049"/>
                  </a:cubicBezTo>
                  <a:cubicBezTo>
                    <a:pt x="4620" y="3668"/>
                    <a:pt x="4584" y="3287"/>
                    <a:pt x="4394" y="2918"/>
                  </a:cubicBezTo>
                  <a:cubicBezTo>
                    <a:pt x="4036" y="2191"/>
                    <a:pt x="3429" y="1548"/>
                    <a:pt x="2655" y="1370"/>
                  </a:cubicBezTo>
                  <a:cubicBezTo>
                    <a:pt x="2322" y="1298"/>
                    <a:pt x="1977" y="1298"/>
                    <a:pt x="1667" y="1179"/>
                  </a:cubicBezTo>
                  <a:cubicBezTo>
                    <a:pt x="1131" y="989"/>
                    <a:pt x="786" y="477"/>
                    <a:pt x="4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4"/>
            <p:cNvSpPr/>
            <p:nvPr/>
          </p:nvSpPr>
          <p:spPr>
            <a:xfrm>
              <a:off x="6339229" y="3045962"/>
              <a:ext cx="290227" cy="272277"/>
            </a:xfrm>
            <a:custGeom>
              <a:avLst/>
              <a:gdLst/>
              <a:ahLst/>
              <a:cxnLst/>
              <a:rect l="l" t="t" r="r" b="b"/>
              <a:pathLst>
                <a:path w="7680" h="7205" extrusionOk="0">
                  <a:moveTo>
                    <a:pt x="4588" y="1179"/>
                  </a:moveTo>
                  <a:cubicBezTo>
                    <a:pt x="4615" y="1179"/>
                    <a:pt x="4642" y="1181"/>
                    <a:pt x="4668" y="1186"/>
                  </a:cubicBezTo>
                  <a:cubicBezTo>
                    <a:pt x="4870" y="1198"/>
                    <a:pt x="5013" y="1329"/>
                    <a:pt x="5168" y="1448"/>
                  </a:cubicBezTo>
                  <a:cubicBezTo>
                    <a:pt x="5382" y="1627"/>
                    <a:pt x="5608" y="1817"/>
                    <a:pt x="5739" y="2079"/>
                  </a:cubicBezTo>
                  <a:cubicBezTo>
                    <a:pt x="5787" y="2187"/>
                    <a:pt x="5835" y="2282"/>
                    <a:pt x="5894" y="2377"/>
                  </a:cubicBezTo>
                  <a:cubicBezTo>
                    <a:pt x="5977" y="2496"/>
                    <a:pt x="6132" y="2556"/>
                    <a:pt x="6251" y="2639"/>
                  </a:cubicBezTo>
                  <a:cubicBezTo>
                    <a:pt x="6549" y="2865"/>
                    <a:pt x="6656" y="3294"/>
                    <a:pt x="6608" y="3663"/>
                  </a:cubicBezTo>
                  <a:cubicBezTo>
                    <a:pt x="6573" y="3842"/>
                    <a:pt x="6537" y="4020"/>
                    <a:pt x="6454" y="4199"/>
                  </a:cubicBezTo>
                  <a:cubicBezTo>
                    <a:pt x="6382" y="4377"/>
                    <a:pt x="6299" y="4556"/>
                    <a:pt x="6204" y="4723"/>
                  </a:cubicBezTo>
                  <a:cubicBezTo>
                    <a:pt x="6180" y="4770"/>
                    <a:pt x="6156" y="4818"/>
                    <a:pt x="6132" y="4854"/>
                  </a:cubicBezTo>
                  <a:cubicBezTo>
                    <a:pt x="6073" y="4961"/>
                    <a:pt x="6025" y="5068"/>
                    <a:pt x="5966" y="5151"/>
                  </a:cubicBezTo>
                  <a:cubicBezTo>
                    <a:pt x="5894" y="5270"/>
                    <a:pt x="5823" y="5389"/>
                    <a:pt x="5739" y="5496"/>
                  </a:cubicBezTo>
                  <a:cubicBezTo>
                    <a:pt x="5596" y="5687"/>
                    <a:pt x="5430" y="5854"/>
                    <a:pt x="5239" y="5973"/>
                  </a:cubicBezTo>
                  <a:cubicBezTo>
                    <a:pt x="4941" y="6132"/>
                    <a:pt x="4604" y="6195"/>
                    <a:pt x="4259" y="6195"/>
                  </a:cubicBezTo>
                  <a:cubicBezTo>
                    <a:pt x="4038" y="6195"/>
                    <a:pt x="3814" y="6169"/>
                    <a:pt x="3596" y="6127"/>
                  </a:cubicBezTo>
                  <a:cubicBezTo>
                    <a:pt x="3227" y="6068"/>
                    <a:pt x="2846" y="5949"/>
                    <a:pt x="2548" y="5723"/>
                  </a:cubicBezTo>
                  <a:cubicBezTo>
                    <a:pt x="2144" y="5437"/>
                    <a:pt x="1739" y="4758"/>
                    <a:pt x="1667" y="4282"/>
                  </a:cubicBezTo>
                  <a:cubicBezTo>
                    <a:pt x="1620" y="4008"/>
                    <a:pt x="1596" y="3722"/>
                    <a:pt x="1620" y="3461"/>
                  </a:cubicBezTo>
                  <a:cubicBezTo>
                    <a:pt x="1655" y="3234"/>
                    <a:pt x="1715" y="3008"/>
                    <a:pt x="1858" y="2853"/>
                  </a:cubicBezTo>
                  <a:cubicBezTo>
                    <a:pt x="1870" y="2829"/>
                    <a:pt x="1870" y="2818"/>
                    <a:pt x="1894" y="2818"/>
                  </a:cubicBezTo>
                  <a:cubicBezTo>
                    <a:pt x="1905" y="2806"/>
                    <a:pt x="1917" y="2794"/>
                    <a:pt x="1929" y="2758"/>
                  </a:cubicBezTo>
                  <a:cubicBezTo>
                    <a:pt x="2025" y="2675"/>
                    <a:pt x="2108" y="2591"/>
                    <a:pt x="2191" y="2496"/>
                  </a:cubicBezTo>
                  <a:cubicBezTo>
                    <a:pt x="2263" y="2377"/>
                    <a:pt x="2310" y="2234"/>
                    <a:pt x="2370" y="2115"/>
                  </a:cubicBezTo>
                  <a:cubicBezTo>
                    <a:pt x="2370" y="2115"/>
                    <a:pt x="2370" y="2103"/>
                    <a:pt x="2382" y="2103"/>
                  </a:cubicBezTo>
                  <a:cubicBezTo>
                    <a:pt x="2572" y="1782"/>
                    <a:pt x="2977" y="1627"/>
                    <a:pt x="3346" y="1520"/>
                  </a:cubicBezTo>
                  <a:cubicBezTo>
                    <a:pt x="3656" y="1436"/>
                    <a:pt x="3989" y="1329"/>
                    <a:pt x="4299" y="1246"/>
                  </a:cubicBezTo>
                  <a:cubicBezTo>
                    <a:pt x="4392" y="1209"/>
                    <a:pt x="4492" y="1179"/>
                    <a:pt x="4588" y="1179"/>
                  </a:cubicBezTo>
                  <a:close/>
                  <a:moveTo>
                    <a:pt x="4176" y="0"/>
                  </a:moveTo>
                  <a:cubicBezTo>
                    <a:pt x="4110" y="0"/>
                    <a:pt x="4044" y="3"/>
                    <a:pt x="3977" y="8"/>
                  </a:cubicBezTo>
                  <a:cubicBezTo>
                    <a:pt x="3096" y="79"/>
                    <a:pt x="2310" y="579"/>
                    <a:pt x="1679" y="1186"/>
                  </a:cubicBezTo>
                  <a:cubicBezTo>
                    <a:pt x="786" y="2067"/>
                    <a:pt x="0" y="3758"/>
                    <a:pt x="584" y="5008"/>
                  </a:cubicBezTo>
                  <a:cubicBezTo>
                    <a:pt x="1177" y="6319"/>
                    <a:pt x="2762" y="7204"/>
                    <a:pt x="4181" y="7204"/>
                  </a:cubicBezTo>
                  <a:cubicBezTo>
                    <a:pt x="4245" y="7204"/>
                    <a:pt x="4308" y="7203"/>
                    <a:pt x="4370" y="7199"/>
                  </a:cubicBezTo>
                  <a:cubicBezTo>
                    <a:pt x="4596" y="7187"/>
                    <a:pt x="4823" y="7151"/>
                    <a:pt x="5025" y="7080"/>
                  </a:cubicBezTo>
                  <a:cubicBezTo>
                    <a:pt x="6442" y="6687"/>
                    <a:pt x="7620" y="5401"/>
                    <a:pt x="7668" y="3925"/>
                  </a:cubicBezTo>
                  <a:cubicBezTo>
                    <a:pt x="7680" y="3341"/>
                    <a:pt x="7513" y="2758"/>
                    <a:pt x="7275" y="2210"/>
                  </a:cubicBezTo>
                  <a:cubicBezTo>
                    <a:pt x="7144" y="1925"/>
                    <a:pt x="6978" y="1663"/>
                    <a:pt x="6787" y="1413"/>
                  </a:cubicBezTo>
                  <a:cubicBezTo>
                    <a:pt x="6139" y="586"/>
                    <a:pt x="5187" y="0"/>
                    <a:pt x="41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4"/>
            <p:cNvSpPr/>
            <p:nvPr/>
          </p:nvSpPr>
          <p:spPr>
            <a:xfrm>
              <a:off x="6552927" y="3194171"/>
              <a:ext cx="33784" cy="48296"/>
            </a:xfrm>
            <a:custGeom>
              <a:avLst/>
              <a:gdLst/>
              <a:ahLst/>
              <a:cxnLst/>
              <a:rect l="l" t="t" r="r" b="b"/>
              <a:pathLst>
                <a:path w="894" h="1278" extrusionOk="0">
                  <a:moveTo>
                    <a:pt x="453" y="0"/>
                  </a:moveTo>
                  <a:cubicBezTo>
                    <a:pt x="429" y="0"/>
                    <a:pt x="406" y="5"/>
                    <a:pt x="382" y="15"/>
                  </a:cubicBezTo>
                  <a:cubicBezTo>
                    <a:pt x="322" y="27"/>
                    <a:pt x="275" y="74"/>
                    <a:pt x="239" y="122"/>
                  </a:cubicBezTo>
                  <a:cubicBezTo>
                    <a:pt x="72" y="312"/>
                    <a:pt x="1" y="598"/>
                    <a:pt x="108" y="812"/>
                  </a:cubicBezTo>
                  <a:cubicBezTo>
                    <a:pt x="143" y="988"/>
                    <a:pt x="304" y="1277"/>
                    <a:pt x="512" y="1277"/>
                  </a:cubicBezTo>
                  <a:cubicBezTo>
                    <a:pt x="516" y="1277"/>
                    <a:pt x="521" y="1277"/>
                    <a:pt x="525" y="1277"/>
                  </a:cubicBezTo>
                  <a:cubicBezTo>
                    <a:pt x="656" y="1277"/>
                    <a:pt x="739" y="1134"/>
                    <a:pt x="799" y="991"/>
                  </a:cubicBezTo>
                  <a:cubicBezTo>
                    <a:pt x="858" y="836"/>
                    <a:pt x="894" y="670"/>
                    <a:pt x="882" y="491"/>
                  </a:cubicBezTo>
                  <a:cubicBezTo>
                    <a:pt x="858" y="324"/>
                    <a:pt x="775" y="146"/>
                    <a:pt x="620" y="62"/>
                  </a:cubicBezTo>
                  <a:cubicBezTo>
                    <a:pt x="569" y="28"/>
                    <a:pt x="512" y="0"/>
                    <a:pt x="453"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4"/>
            <p:cNvSpPr/>
            <p:nvPr/>
          </p:nvSpPr>
          <p:spPr>
            <a:xfrm>
              <a:off x="6494467" y="3192849"/>
              <a:ext cx="40511" cy="41040"/>
            </a:xfrm>
            <a:custGeom>
              <a:avLst/>
              <a:gdLst/>
              <a:ahLst/>
              <a:cxnLst/>
              <a:rect l="l" t="t" r="r" b="b"/>
              <a:pathLst>
                <a:path w="1072" h="1086" extrusionOk="0">
                  <a:moveTo>
                    <a:pt x="295" y="1"/>
                  </a:moveTo>
                  <a:cubicBezTo>
                    <a:pt x="280" y="1"/>
                    <a:pt x="265" y="1"/>
                    <a:pt x="250" y="2"/>
                  </a:cubicBezTo>
                  <a:cubicBezTo>
                    <a:pt x="179" y="14"/>
                    <a:pt x="83" y="50"/>
                    <a:pt x="36" y="121"/>
                  </a:cubicBezTo>
                  <a:cubicBezTo>
                    <a:pt x="0" y="181"/>
                    <a:pt x="0" y="240"/>
                    <a:pt x="0" y="300"/>
                  </a:cubicBezTo>
                  <a:cubicBezTo>
                    <a:pt x="0" y="538"/>
                    <a:pt x="131" y="812"/>
                    <a:pt x="357" y="943"/>
                  </a:cubicBezTo>
                  <a:cubicBezTo>
                    <a:pt x="453" y="1006"/>
                    <a:pt x="622" y="1086"/>
                    <a:pt x="770" y="1086"/>
                  </a:cubicBezTo>
                  <a:cubicBezTo>
                    <a:pt x="844" y="1086"/>
                    <a:pt x="913" y="1066"/>
                    <a:pt x="965" y="1014"/>
                  </a:cubicBezTo>
                  <a:cubicBezTo>
                    <a:pt x="1072" y="931"/>
                    <a:pt x="1036" y="752"/>
                    <a:pt x="988" y="621"/>
                  </a:cubicBezTo>
                  <a:cubicBezTo>
                    <a:pt x="929" y="455"/>
                    <a:pt x="857" y="288"/>
                    <a:pt x="726" y="169"/>
                  </a:cubicBezTo>
                  <a:cubicBezTo>
                    <a:pt x="606" y="60"/>
                    <a:pt x="456" y="1"/>
                    <a:pt x="295"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4"/>
            <p:cNvSpPr/>
            <p:nvPr/>
          </p:nvSpPr>
          <p:spPr>
            <a:xfrm>
              <a:off x="6445870" y="3133973"/>
              <a:ext cx="49089" cy="31328"/>
            </a:xfrm>
            <a:custGeom>
              <a:avLst/>
              <a:gdLst/>
              <a:ahLst/>
              <a:cxnLst/>
              <a:rect l="l" t="t" r="r" b="b"/>
              <a:pathLst>
                <a:path w="1299" h="829" extrusionOk="0">
                  <a:moveTo>
                    <a:pt x="560" y="0"/>
                  </a:moveTo>
                  <a:cubicBezTo>
                    <a:pt x="393" y="0"/>
                    <a:pt x="215" y="60"/>
                    <a:pt x="96" y="191"/>
                  </a:cubicBezTo>
                  <a:cubicBezTo>
                    <a:pt x="48" y="250"/>
                    <a:pt x="0" y="346"/>
                    <a:pt x="24" y="417"/>
                  </a:cubicBezTo>
                  <a:cubicBezTo>
                    <a:pt x="36" y="477"/>
                    <a:pt x="60" y="524"/>
                    <a:pt x="107" y="560"/>
                  </a:cubicBezTo>
                  <a:cubicBezTo>
                    <a:pt x="253" y="726"/>
                    <a:pt x="470" y="829"/>
                    <a:pt x="681" y="829"/>
                  </a:cubicBezTo>
                  <a:cubicBezTo>
                    <a:pt x="713" y="829"/>
                    <a:pt x="744" y="827"/>
                    <a:pt x="774" y="822"/>
                  </a:cubicBezTo>
                  <a:cubicBezTo>
                    <a:pt x="941" y="810"/>
                    <a:pt x="1274" y="691"/>
                    <a:pt x="1286" y="477"/>
                  </a:cubicBezTo>
                  <a:cubicBezTo>
                    <a:pt x="1298" y="334"/>
                    <a:pt x="1167" y="227"/>
                    <a:pt x="1048" y="155"/>
                  </a:cubicBezTo>
                  <a:cubicBezTo>
                    <a:pt x="893" y="60"/>
                    <a:pt x="738" y="0"/>
                    <a:pt x="560"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4"/>
            <p:cNvSpPr/>
            <p:nvPr/>
          </p:nvSpPr>
          <p:spPr>
            <a:xfrm>
              <a:off x="6395459" y="3149202"/>
              <a:ext cx="40549" cy="40738"/>
            </a:xfrm>
            <a:custGeom>
              <a:avLst/>
              <a:gdLst/>
              <a:ahLst/>
              <a:cxnLst/>
              <a:rect l="l" t="t" r="r" b="b"/>
              <a:pathLst>
                <a:path w="1073" h="1078" extrusionOk="0">
                  <a:moveTo>
                    <a:pt x="295" y="1"/>
                  </a:moveTo>
                  <a:cubicBezTo>
                    <a:pt x="281" y="1"/>
                    <a:pt x="266" y="1"/>
                    <a:pt x="251" y="2"/>
                  </a:cubicBezTo>
                  <a:cubicBezTo>
                    <a:pt x="179" y="14"/>
                    <a:pt x="84" y="50"/>
                    <a:pt x="48" y="121"/>
                  </a:cubicBezTo>
                  <a:cubicBezTo>
                    <a:pt x="1" y="181"/>
                    <a:pt x="1" y="240"/>
                    <a:pt x="1" y="300"/>
                  </a:cubicBezTo>
                  <a:cubicBezTo>
                    <a:pt x="13" y="550"/>
                    <a:pt x="132" y="824"/>
                    <a:pt x="358" y="943"/>
                  </a:cubicBezTo>
                  <a:cubicBezTo>
                    <a:pt x="455" y="999"/>
                    <a:pt x="634" y="1078"/>
                    <a:pt x="784" y="1078"/>
                  </a:cubicBezTo>
                  <a:cubicBezTo>
                    <a:pt x="855" y="1078"/>
                    <a:pt x="919" y="1060"/>
                    <a:pt x="965" y="1014"/>
                  </a:cubicBezTo>
                  <a:cubicBezTo>
                    <a:pt x="1072" y="919"/>
                    <a:pt x="1037" y="740"/>
                    <a:pt x="1001" y="609"/>
                  </a:cubicBezTo>
                  <a:cubicBezTo>
                    <a:pt x="941" y="443"/>
                    <a:pt x="858" y="288"/>
                    <a:pt x="727" y="169"/>
                  </a:cubicBezTo>
                  <a:cubicBezTo>
                    <a:pt x="607" y="60"/>
                    <a:pt x="457" y="1"/>
                    <a:pt x="295"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4"/>
            <p:cNvSpPr/>
            <p:nvPr/>
          </p:nvSpPr>
          <p:spPr>
            <a:xfrm>
              <a:off x="6528666" y="3098867"/>
              <a:ext cx="100786" cy="215101"/>
            </a:xfrm>
            <a:custGeom>
              <a:avLst/>
              <a:gdLst/>
              <a:ahLst/>
              <a:cxnLst/>
              <a:rect l="l" t="t" r="r" b="b"/>
              <a:pathLst>
                <a:path w="2667" h="5692" extrusionOk="0">
                  <a:moveTo>
                    <a:pt x="1774" y="1"/>
                  </a:moveTo>
                  <a:lnTo>
                    <a:pt x="1774" y="1"/>
                  </a:lnTo>
                  <a:cubicBezTo>
                    <a:pt x="1834" y="203"/>
                    <a:pt x="1893" y="406"/>
                    <a:pt x="1941" y="596"/>
                  </a:cubicBezTo>
                  <a:cubicBezTo>
                    <a:pt x="2203" y="1810"/>
                    <a:pt x="2072" y="3120"/>
                    <a:pt x="1441" y="4168"/>
                  </a:cubicBezTo>
                  <a:cubicBezTo>
                    <a:pt x="1083" y="4763"/>
                    <a:pt x="583" y="5287"/>
                    <a:pt x="0" y="5692"/>
                  </a:cubicBezTo>
                  <a:cubicBezTo>
                    <a:pt x="1417" y="5311"/>
                    <a:pt x="2596" y="4013"/>
                    <a:pt x="2631" y="2537"/>
                  </a:cubicBezTo>
                  <a:cubicBezTo>
                    <a:pt x="2667" y="1941"/>
                    <a:pt x="2500" y="1358"/>
                    <a:pt x="2262" y="810"/>
                  </a:cubicBezTo>
                  <a:cubicBezTo>
                    <a:pt x="2131" y="525"/>
                    <a:pt x="1965" y="263"/>
                    <a:pt x="17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4"/>
            <p:cNvSpPr/>
            <p:nvPr/>
          </p:nvSpPr>
          <p:spPr>
            <a:xfrm>
              <a:off x="6364434" y="3164809"/>
              <a:ext cx="23883" cy="69760"/>
            </a:xfrm>
            <a:custGeom>
              <a:avLst/>
              <a:gdLst/>
              <a:ahLst/>
              <a:cxnLst/>
              <a:rect l="l" t="t" r="r" b="b"/>
              <a:pathLst>
                <a:path w="632" h="1846" extrusionOk="0">
                  <a:moveTo>
                    <a:pt x="295" y="0"/>
                  </a:moveTo>
                  <a:cubicBezTo>
                    <a:pt x="280" y="0"/>
                    <a:pt x="266" y="2"/>
                    <a:pt x="250" y="6"/>
                  </a:cubicBezTo>
                  <a:cubicBezTo>
                    <a:pt x="60" y="65"/>
                    <a:pt x="60" y="625"/>
                    <a:pt x="48" y="780"/>
                  </a:cubicBezTo>
                  <a:cubicBezTo>
                    <a:pt x="0" y="1125"/>
                    <a:pt x="0" y="1506"/>
                    <a:pt x="226" y="1756"/>
                  </a:cubicBezTo>
                  <a:cubicBezTo>
                    <a:pt x="265" y="1805"/>
                    <a:pt x="321" y="1846"/>
                    <a:pt x="378" y="1846"/>
                  </a:cubicBezTo>
                  <a:cubicBezTo>
                    <a:pt x="391" y="1846"/>
                    <a:pt x="404" y="1844"/>
                    <a:pt x="417" y="1839"/>
                  </a:cubicBezTo>
                  <a:cubicBezTo>
                    <a:pt x="453" y="1816"/>
                    <a:pt x="465" y="1804"/>
                    <a:pt x="476" y="1792"/>
                  </a:cubicBezTo>
                  <a:cubicBezTo>
                    <a:pt x="572" y="1673"/>
                    <a:pt x="584" y="1518"/>
                    <a:pt x="596" y="1387"/>
                  </a:cubicBezTo>
                  <a:cubicBezTo>
                    <a:pt x="607" y="1149"/>
                    <a:pt x="631" y="911"/>
                    <a:pt x="607" y="673"/>
                  </a:cubicBezTo>
                  <a:cubicBezTo>
                    <a:pt x="596" y="538"/>
                    <a:pt x="532" y="0"/>
                    <a:pt x="295" y="0"/>
                  </a:cubicBezTo>
                  <a:close/>
                </a:path>
              </a:pathLst>
            </a:custGeom>
            <a:solidFill>
              <a:srgbClr val="CE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4"/>
            <p:cNvSpPr/>
            <p:nvPr/>
          </p:nvSpPr>
          <p:spPr>
            <a:xfrm>
              <a:off x="6476441" y="2783478"/>
              <a:ext cx="245257" cy="73842"/>
            </a:xfrm>
            <a:custGeom>
              <a:avLst/>
              <a:gdLst/>
              <a:ahLst/>
              <a:cxnLst/>
              <a:rect l="l" t="t" r="r" b="b"/>
              <a:pathLst>
                <a:path w="6490" h="1954" extrusionOk="0">
                  <a:moveTo>
                    <a:pt x="191" y="0"/>
                  </a:moveTo>
                  <a:cubicBezTo>
                    <a:pt x="132" y="227"/>
                    <a:pt x="49" y="429"/>
                    <a:pt x="13" y="667"/>
                  </a:cubicBezTo>
                  <a:cubicBezTo>
                    <a:pt x="13" y="703"/>
                    <a:pt x="1" y="751"/>
                    <a:pt x="25" y="774"/>
                  </a:cubicBezTo>
                  <a:cubicBezTo>
                    <a:pt x="49" y="786"/>
                    <a:pt x="60" y="810"/>
                    <a:pt x="84" y="822"/>
                  </a:cubicBezTo>
                  <a:cubicBezTo>
                    <a:pt x="168" y="834"/>
                    <a:pt x="84" y="929"/>
                    <a:pt x="144" y="977"/>
                  </a:cubicBezTo>
                  <a:cubicBezTo>
                    <a:pt x="614" y="1290"/>
                    <a:pt x="1186" y="1505"/>
                    <a:pt x="1739" y="1505"/>
                  </a:cubicBezTo>
                  <a:cubicBezTo>
                    <a:pt x="2068" y="1505"/>
                    <a:pt x="2391" y="1429"/>
                    <a:pt x="2680" y="1251"/>
                  </a:cubicBezTo>
                  <a:cubicBezTo>
                    <a:pt x="2846" y="1155"/>
                    <a:pt x="2989" y="1012"/>
                    <a:pt x="3156" y="941"/>
                  </a:cubicBezTo>
                  <a:cubicBezTo>
                    <a:pt x="3322" y="860"/>
                    <a:pt x="3499" y="826"/>
                    <a:pt x="3680" y="826"/>
                  </a:cubicBezTo>
                  <a:cubicBezTo>
                    <a:pt x="4084" y="826"/>
                    <a:pt x="4509" y="997"/>
                    <a:pt x="4871" y="1203"/>
                  </a:cubicBezTo>
                  <a:cubicBezTo>
                    <a:pt x="5383" y="1501"/>
                    <a:pt x="5894" y="1894"/>
                    <a:pt x="6490" y="1953"/>
                  </a:cubicBezTo>
                  <a:cubicBezTo>
                    <a:pt x="6442" y="1465"/>
                    <a:pt x="6204" y="1108"/>
                    <a:pt x="5799" y="822"/>
                  </a:cubicBezTo>
                  <a:cubicBezTo>
                    <a:pt x="5215" y="405"/>
                    <a:pt x="4494" y="118"/>
                    <a:pt x="3776" y="118"/>
                  </a:cubicBezTo>
                  <a:cubicBezTo>
                    <a:pt x="3572" y="118"/>
                    <a:pt x="3368" y="141"/>
                    <a:pt x="3168" y="191"/>
                  </a:cubicBezTo>
                  <a:cubicBezTo>
                    <a:pt x="2799" y="298"/>
                    <a:pt x="2442" y="477"/>
                    <a:pt x="2049" y="536"/>
                  </a:cubicBezTo>
                  <a:cubicBezTo>
                    <a:pt x="1969" y="548"/>
                    <a:pt x="1890" y="553"/>
                    <a:pt x="1811" y="553"/>
                  </a:cubicBezTo>
                  <a:cubicBezTo>
                    <a:pt x="1243" y="553"/>
                    <a:pt x="704" y="272"/>
                    <a:pt x="1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4"/>
            <p:cNvSpPr/>
            <p:nvPr/>
          </p:nvSpPr>
          <p:spPr>
            <a:xfrm>
              <a:off x="6437745" y="2657375"/>
              <a:ext cx="331645" cy="313128"/>
            </a:xfrm>
            <a:custGeom>
              <a:avLst/>
              <a:gdLst/>
              <a:ahLst/>
              <a:cxnLst/>
              <a:rect l="l" t="t" r="r" b="b"/>
              <a:pathLst>
                <a:path w="8776" h="8286" extrusionOk="0">
                  <a:moveTo>
                    <a:pt x="3787" y="1287"/>
                  </a:moveTo>
                  <a:cubicBezTo>
                    <a:pt x="3908" y="1287"/>
                    <a:pt x="4030" y="1310"/>
                    <a:pt x="4144" y="1337"/>
                  </a:cubicBezTo>
                  <a:cubicBezTo>
                    <a:pt x="4478" y="1397"/>
                    <a:pt x="4799" y="1468"/>
                    <a:pt x="5073" y="1659"/>
                  </a:cubicBezTo>
                  <a:cubicBezTo>
                    <a:pt x="5180" y="1730"/>
                    <a:pt x="5275" y="1837"/>
                    <a:pt x="5394" y="1885"/>
                  </a:cubicBezTo>
                  <a:cubicBezTo>
                    <a:pt x="5561" y="1956"/>
                    <a:pt x="5740" y="1933"/>
                    <a:pt x="5918" y="1956"/>
                  </a:cubicBezTo>
                  <a:cubicBezTo>
                    <a:pt x="6347" y="2028"/>
                    <a:pt x="6692" y="2409"/>
                    <a:pt x="6847" y="2802"/>
                  </a:cubicBezTo>
                  <a:cubicBezTo>
                    <a:pt x="6918" y="3016"/>
                    <a:pt x="6966" y="3218"/>
                    <a:pt x="6978" y="3433"/>
                  </a:cubicBezTo>
                  <a:cubicBezTo>
                    <a:pt x="6990" y="3659"/>
                    <a:pt x="7002" y="3873"/>
                    <a:pt x="7002" y="4099"/>
                  </a:cubicBezTo>
                  <a:lnTo>
                    <a:pt x="7002" y="4278"/>
                  </a:lnTo>
                  <a:cubicBezTo>
                    <a:pt x="7002" y="4409"/>
                    <a:pt x="7002" y="4552"/>
                    <a:pt x="6990" y="4683"/>
                  </a:cubicBezTo>
                  <a:cubicBezTo>
                    <a:pt x="6990" y="4850"/>
                    <a:pt x="6978" y="4992"/>
                    <a:pt x="6942" y="5159"/>
                  </a:cubicBezTo>
                  <a:cubicBezTo>
                    <a:pt x="6907" y="5421"/>
                    <a:pt x="6823" y="5695"/>
                    <a:pt x="6680" y="5921"/>
                  </a:cubicBezTo>
                  <a:cubicBezTo>
                    <a:pt x="6323" y="6433"/>
                    <a:pt x="5716" y="6766"/>
                    <a:pt x="5121" y="6957"/>
                  </a:cubicBezTo>
                  <a:cubicBezTo>
                    <a:pt x="4785" y="7062"/>
                    <a:pt x="4426" y="7152"/>
                    <a:pt x="4069" y="7152"/>
                  </a:cubicBezTo>
                  <a:cubicBezTo>
                    <a:pt x="3983" y="7152"/>
                    <a:pt x="3897" y="7147"/>
                    <a:pt x="3811" y="7136"/>
                  </a:cubicBezTo>
                  <a:cubicBezTo>
                    <a:pt x="3239" y="7064"/>
                    <a:pt x="2454" y="6600"/>
                    <a:pt x="2120" y="6135"/>
                  </a:cubicBezTo>
                  <a:cubicBezTo>
                    <a:pt x="1930" y="5885"/>
                    <a:pt x="1739" y="5623"/>
                    <a:pt x="1620" y="5326"/>
                  </a:cubicBezTo>
                  <a:cubicBezTo>
                    <a:pt x="1513" y="5088"/>
                    <a:pt x="1465" y="4814"/>
                    <a:pt x="1525" y="4564"/>
                  </a:cubicBezTo>
                  <a:cubicBezTo>
                    <a:pt x="1525" y="4540"/>
                    <a:pt x="1525" y="4528"/>
                    <a:pt x="1549" y="4516"/>
                  </a:cubicBezTo>
                  <a:cubicBezTo>
                    <a:pt x="1549" y="4492"/>
                    <a:pt x="1561" y="4457"/>
                    <a:pt x="1573" y="4445"/>
                  </a:cubicBezTo>
                  <a:cubicBezTo>
                    <a:pt x="1620" y="4314"/>
                    <a:pt x="1668" y="4171"/>
                    <a:pt x="1680" y="4040"/>
                  </a:cubicBezTo>
                  <a:cubicBezTo>
                    <a:pt x="1692" y="3873"/>
                    <a:pt x="1644" y="3707"/>
                    <a:pt x="1668" y="3552"/>
                  </a:cubicBezTo>
                  <a:lnTo>
                    <a:pt x="1668" y="3516"/>
                  </a:lnTo>
                  <a:cubicBezTo>
                    <a:pt x="1680" y="3076"/>
                    <a:pt x="2025" y="2718"/>
                    <a:pt x="2335" y="2409"/>
                  </a:cubicBezTo>
                  <a:cubicBezTo>
                    <a:pt x="2597" y="2135"/>
                    <a:pt x="2870" y="1861"/>
                    <a:pt x="3156" y="1599"/>
                  </a:cubicBezTo>
                  <a:cubicBezTo>
                    <a:pt x="3251" y="1492"/>
                    <a:pt x="3359" y="1397"/>
                    <a:pt x="3513" y="1337"/>
                  </a:cubicBezTo>
                  <a:cubicBezTo>
                    <a:pt x="3601" y="1301"/>
                    <a:pt x="3694" y="1287"/>
                    <a:pt x="3787" y="1287"/>
                  </a:cubicBezTo>
                  <a:close/>
                  <a:moveTo>
                    <a:pt x="3934" y="0"/>
                  </a:moveTo>
                  <a:cubicBezTo>
                    <a:pt x="3285" y="0"/>
                    <a:pt x="2648" y="160"/>
                    <a:pt x="2096" y="516"/>
                  </a:cubicBezTo>
                  <a:cubicBezTo>
                    <a:pt x="1251" y="1063"/>
                    <a:pt x="692" y="2004"/>
                    <a:pt x="418" y="2968"/>
                  </a:cubicBezTo>
                  <a:cubicBezTo>
                    <a:pt x="1" y="4349"/>
                    <a:pt x="120" y="6528"/>
                    <a:pt x="1382" y="7481"/>
                  </a:cubicBezTo>
                  <a:cubicBezTo>
                    <a:pt x="2108" y="8021"/>
                    <a:pt x="3064" y="8286"/>
                    <a:pt x="4017" y="8286"/>
                  </a:cubicBezTo>
                  <a:cubicBezTo>
                    <a:pt x="4892" y="8286"/>
                    <a:pt x="5765" y="8063"/>
                    <a:pt x="6454" y="7624"/>
                  </a:cubicBezTo>
                  <a:cubicBezTo>
                    <a:pt x="6680" y="7493"/>
                    <a:pt x="6883" y="7326"/>
                    <a:pt x="7061" y="7147"/>
                  </a:cubicBezTo>
                  <a:cubicBezTo>
                    <a:pt x="8300" y="5981"/>
                    <a:pt x="8776" y="4004"/>
                    <a:pt x="8014" y="2492"/>
                  </a:cubicBezTo>
                  <a:cubicBezTo>
                    <a:pt x="7740" y="1885"/>
                    <a:pt x="7240" y="1361"/>
                    <a:pt x="6692" y="944"/>
                  </a:cubicBezTo>
                  <a:cubicBezTo>
                    <a:pt x="6407" y="718"/>
                    <a:pt x="6085" y="539"/>
                    <a:pt x="5740" y="397"/>
                  </a:cubicBezTo>
                  <a:cubicBezTo>
                    <a:pt x="5168" y="142"/>
                    <a:pt x="4545" y="0"/>
                    <a:pt x="39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4"/>
            <p:cNvSpPr/>
            <p:nvPr/>
          </p:nvSpPr>
          <p:spPr>
            <a:xfrm>
              <a:off x="6673059" y="2782419"/>
              <a:ext cx="42363" cy="52301"/>
            </a:xfrm>
            <a:custGeom>
              <a:avLst/>
              <a:gdLst/>
              <a:ahLst/>
              <a:cxnLst/>
              <a:rect l="l" t="t" r="r" b="b"/>
              <a:pathLst>
                <a:path w="1121" h="1384" extrusionOk="0">
                  <a:moveTo>
                    <a:pt x="355" y="1"/>
                  </a:moveTo>
                  <a:cubicBezTo>
                    <a:pt x="278" y="1"/>
                    <a:pt x="202" y="20"/>
                    <a:pt x="156" y="76"/>
                  </a:cubicBezTo>
                  <a:cubicBezTo>
                    <a:pt x="96" y="136"/>
                    <a:pt x="84" y="195"/>
                    <a:pt x="60" y="267"/>
                  </a:cubicBezTo>
                  <a:cubicBezTo>
                    <a:pt x="1" y="540"/>
                    <a:pt x="96" y="886"/>
                    <a:pt x="287" y="1100"/>
                  </a:cubicBezTo>
                  <a:cubicBezTo>
                    <a:pt x="398" y="1220"/>
                    <a:pt x="624" y="1384"/>
                    <a:pt x="814" y="1384"/>
                  </a:cubicBezTo>
                  <a:cubicBezTo>
                    <a:pt x="868" y="1384"/>
                    <a:pt x="920" y="1370"/>
                    <a:pt x="965" y="1338"/>
                  </a:cubicBezTo>
                  <a:cubicBezTo>
                    <a:pt x="1108" y="1231"/>
                    <a:pt x="1120" y="1040"/>
                    <a:pt x="1108" y="886"/>
                  </a:cubicBezTo>
                  <a:cubicBezTo>
                    <a:pt x="1096" y="671"/>
                    <a:pt x="1025" y="481"/>
                    <a:pt x="918" y="314"/>
                  </a:cubicBezTo>
                  <a:cubicBezTo>
                    <a:pt x="811" y="136"/>
                    <a:pt x="620" y="17"/>
                    <a:pt x="418" y="5"/>
                  </a:cubicBezTo>
                  <a:cubicBezTo>
                    <a:pt x="397" y="2"/>
                    <a:pt x="376" y="1"/>
                    <a:pt x="355"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4"/>
            <p:cNvSpPr/>
            <p:nvPr/>
          </p:nvSpPr>
          <p:spPr>
            <a:xfrm>
              <a:off x="6607381" y="2814314"/>
              <a:ext cx="56269" cy="38130"/>
            </a:xfrm>
            <a:custGeom>
              <a:avLst/>
              <a:gdLst/>
              <a:ahLst/>
              <a:cxnLst/>
              <a:rect l="l" t="t" r="r" b="b"/>
              <a:pathLst>
                <a:path w="1489" h="1009" extrusionOk="0">
                  <a:moveTo>
                    <a:pt x="540" y="0"/>
                  </a:moveTo>
                  <a:cubicBezTo>
                    <a:pt x="402" y="0"/>
                    <a:pt x="262" y="31"/>
                    <a:pt x="155" y="113"/>
                  </a:cubicBezTo>
                  <a:cubicBezTo>
                    <a:pt x="72" y="173"/>
                    <a:pt x="1" y="256"/>
                    <a:pt x="1" y="351"/>
                  </a:cubicBezTo>
                  <a:cubicBezTo>
                    <a:pt x="1" y="411"/>
                    <a:pt x="24" y="482"/>
                    <a:pt x="60" y="542"/>
                  </a:cubicBezTo>
                  <a:cubicBezTo>
                    <a:pt x="191" y="792"/>
                    <a:pt x="477" y="1006"/>
                    <a:pt x="775" y="1006"/>
                  </a:cubicBezTo>
                  <a:cubicBezTo>
                    <a:pt x="796" y="1007"/>
                    <a:pt x="820" y="1008"/>
                    <a:pt x="845" y="1008"/>
                  </a:cubicBezTo>
                  <a:cubicBezTo>
                    <a:pt x="1057" y="1008"/>
                    <a:pt x="1377" y="957"/>
                    <a:pt x="1441" y="744"/>
                  </a:cubicBezTo>
                  <a:cubicBezTo>
                    <a:pt x="1489" y="601"/>
                    <a:pt x="1370" y="435"/>
                    <a:pt x="1251" y="316"/>
                  </a:cubicBezTo>
                  <a:cubicBezTo>
                    <a:pt x="1108" y="185"/>
                    <a:pt x="917" y="66"/>
                    <a:pt x="727" y="18"/>
                  </a:cubicBezTo>
                  <a:cubicBezTo>
                    <a:pt x="667" y="7"/>
                    <a:pt x="604" y="0"/>
                    <a:pt x="540"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4"/>
            <p:cNvSpPr/>
            <p:nvPr/>
          </p:nvSpPr>
          <p:spPr>
            <a:xfrm>
              <a:off x="6528666" y="2773577"/>
              <a:ext cx="56723" cy="37790"/>
            </a:xfrm>
            <a:custGeom>
              <a:avLst/>
              <a:gdLst/>
              <a:ahLst/>
              <a:cxnLst/>
              <a:rect l="l" t="t" r="r" b="b"/>
              <a:pathLst>
                <a:path w="1501" h="1000" extrusionOk="0">
                  <a:moveTo>
                    <a:pt x="964" y="1"/>
                  </a:moveTo>
                  <a:cubicBezTo>
                    <a:pt x="774" y="1"/>
                    <a:pt x="572" y="24"/>
                    <a:pt x="393" y="120"/>
                  </a:cubicBezTo>
                  <a:cubicBezTo>
                    <a:pt x="214" y="203"/>
                    <a:pt x="60" y="370"/>
                    <a:pt x="12" y="560"/>
                  </a:cubicBezTo>
                  <a:cubicBezTo>
                    <a:pt x="0" y="667"/>
                    <a:pt x="0" y="774"/>
                    <a:pt x="60" y="846"/>
                  </a:cubicBezTo>
                  <a:cubicBezTo>
                    <a:pt x="107" y="893"/>
                    <a:pt x="179" y="917"/>
                    <a:pt x="238" y="953"/>
                  </a:cubicBezTo>
                  <a:cubicBezTo>
                    <a:pt x="328" y="983"/>
                    <a:pt x="432" y="999"/>
                    <a:pt x="539" y="999"/>
                  </a:cubicBezTo>
                  <a:cubicBezTo>
                    <a:pt x="728" y="999"/>
                    <a:pt x="927" y="948"/>
                    <a:pt x="1072" y="834"/>
                  </a:cubicBezTo>
                  <a:cubicBezTo>
                    <a:pt x="1238" y="691"/>
                    <a:pt x="1500" y="417"/>
                    <a:pt x="1405" y="191"/>
                  </a:cubicBezTo>
                  <a:cubicBezTo>
                    <a:pt x="1322" y="36"/>
                    <a:pt x="1131" y="1"/>
                    <a:pt x="964"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p:cNvSpPr/>
            <p:nvPr/>
          </p:nvSpPr>
          <p:spPr>
            <a:xfrm>
              <a:off x="6482752" y="2824328"/>
              <a:ext cx="56269" cy="38017"/>
            </a:xfrm>
            <a:custGeom>
              <a:avLst/>
              <a:gdLst/>
              <a:ahLst/>
              <a:cxnLst/>
              <a:rect l="l" t="t" r="r" b="b"/>
              <a:pathLst>
                <a:path w="1489" h="1006" extrusionOk="0">
                  <a:moveTo>
                    <a:pt x="517" y="1"/>
                  </a:moveTo>
                  <a:cubicBezTo>
                    <a:pt x="385" y="1"/>
                    <a:pt x="252" y="33"/>
                    <a:pt x="143" y="110"/>
                  </a:cubicBezTo>
                  <a:cubicBezTo>
                    <a:pt x="72" y="170"/>
                    <a:pt x="1" y="265"/>
                    <a:pt x="1" y="348"/>
                  </a:cubicBezTo>
                  <a:cubicBezTo>
                    <a:pt x="1" y="408"/>
                    <a:pt x="24" y="491"/>
                    <a:pt x="60" y="551"/>
                  </a:cubicBezTo>
                  <a:cubicBezTo>
                    <a:pt x="203" y="801"/>
                    <a:pt x="477" y="991"/>
                    <a:pt x="774" y="1003"/>
                  </a:cubicBezTo>
                  <a:cubicBezTo>
                    <a:pt x="800" y="1005"/>
                    <a:pt x="829" y="1005"/>
                    <a:pt x="859" y="1005"/>
                  </a:cubicBezTo>
                  <a:cubicBezTo>
                    <a:pt x="1071" y="1005"/>
                    <a:pt x="1379" y="961"/>
                    <a:pt x="1441" y="753"/>
                  </a:cubicBezTo>
                  <a:cubicBezTo>
                    <a:pt x="1489" y="610"/>
                    <a:pt x="1370" y="443"/>
                    <a:pt x="1251" y="324"/>
                  </a:cubicBezTo>
                  <a:cubicBezTo>
                    <a:pt x="1096" y="193"/>
                    <a:pt x="917" y="74"/>
                    <a:pt x="727" y="27"/>
                  </a:cubicBezTo>
                  <a:cubicBezTo>
                    <a:pt x="660" y="10"/>
                    <a:pt x="589" y="1"/>
                    <a:pt x="517"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4"/>
            <p:cNvSpPr/>
            <p:nvPr/>
          </p:nvSpPr>
          <p:spPr>
            <a:xfrm>
              <a:off x="6654617" y="2672339"/>
              <a:ext cx="115222" cy="256065"/>
            </a:xfrm>
            <a:custGeom>
              <a:avLst/>
              <a:gdLst/>
              <a:ahLst/>
              <a:cxnLst/>
              <a:rect l="l" t="t" r="r" b="b"/>
              <a:pathLst>
                <a:path w="3049" h="6776" extrusionOk="0">
                  <a:moveTo>
                    <a:pt x="1" y="1"/>
                  </a:moveTo>
                  <a:cubicBezTo>
                    <a:pt x="167" y="167"/>
                    <a:pt x="334" y="322"/>
                    <a:pt x="489" y="501"/>
                  </a:cubicBezTo>
                  <a:cubicBezTo>
                    <a:pt x="1441" y="1572"/>
                    <a:pt x="2025" y="2989"/>
                    <a:pt x="1965" y="4418"/>
                  </a:cubicBezTo>
                  <a:cubicBezTo>
                    <a:pt x="1941" y="5239"/>
                    <a:pt x="1703" y="6037"/>
                    <a:pt x="1346" y="6775"/>
                  </a:cubicBezTo>
                  <a:cubicBezTo>
                    <a:pt x="2573" y="5597"/>
                    <a:pt x="3049" y="3632"/>
                    <a:pt x="2299" y="2108"/>
                  </a:cubicBezTo>
                  <a:cubicBezTo>
                    <a:pt x="2001" y="1489"/>
                    <a:pt x="1501" y="965"/>
                    <a:pt x="953" y="548"/>
                  </a:cubicBezTo>
                  <a:cubicBezTo>
                    <a:pt x="656" y="322"/>
                    <a:pt x="346" y="14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4"/>
            <p:cNvSpPr/>
            <p:nvPr/>
          </p:nvSpPr>
          <p:spPr>
            <a:xfrm>
              <a:off x="6458907" y="2859547"/>
              <a:ext cx="53133" cy="71272"/>
            </a:xfrm>
            <a:custGeom>
              <a:avLst/>
              <a:gdLst/>
              <a:ahLst/>
              <a:cxnLst/>
              <a:rect l="l" t="t" r="r" b="b"/>
              <a:pathLst>
                <a:path w="1406" h="1886" extrusionOk="0">
                  <a:moveTo>
                    <a:pt x="267" y="1"/>
                  </a:moveTo>
                  <a:cubicBezTo>
                    <a:pt x="218" y="1"/>
                    <a:pt x="172" y="18"/>
                    <a:pt x="132" y="59"/>
                  </a:cubicBezTo>
                  <a:cubicBezTo>
                    <a:pt x="1" y="214"/>
                    <a:pt x="310" y="785"/>
                    <a:pt x="370" y="952"/>
                  </a:cubicBezTo>
                  <a:cubicBezTo>
                    <a:pt x="524" y="1321"/>
                    <a:pt x="727" y="1726"/>
                    <a:pt x="1108" y="1857"/>
                  </a:cubicBezTo>
                  <a:cubicBezTo>
                    <a:pt x="1142" y="1874"/>
                    <a:pt x="1186" y="1885"/>
                    <a:pt x="1228" y="1885"/>
                  </a:cubicBezTo>
                  <a:cubicBezTo>
                    <a:pt x="1276" y="1885"/>
                    <a:pt x="1321" y="1871"/>
                    <a:pt x="1346" y="1833"/>
                  </a:cubicBezTo>
                  <a:cubicBezTo>
                    <a:pt x="1358" y="1797"/>
                    <a:pt x="1370" y="1774"/>
                    <a:pt x="1370" y="1762"/>
                  </a:cubicBezTo>
                  <a:cubicBezTo>
                    <a:pt x="1405" y="1595"/>
                    <a:pt x="1346" y="1428"/>
                    <a:pt x="1263" y="1274"/>
                  </a:cubicBezTo>
                  <a:cubicBezTo>
                    <a:pt x="1167" y="1024"/>
                    <a:pt x="1024" y="774"/>
                    <a:pt x="882" y="535"/>
                  </a:cubicBezTo>
                  <a:cubicBezTo>
                    <a:pt x="803" y="407"/>
                    <a:pt x="503" y="1"/>
                    <a:pt x="267" y="1"/>
                  </a:cubicBezTo>
                  <a:close/>
                </a:path>
              </a:pathLst>
            </a:custGeom>
            <a:solidFill>
              <a:srgbClr val="CE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p:cNvSpPr/>
            <p:nvPr/>
          </p:nvSpPr>
          <p:spPr>
            <a:xfrm>
              <a:off x="6136300" y="2938716"/>
              <a:ext cx="171038" cy="94059"/>
            </a:xfrm>
            <a:custGeom>
              <a:avLst/>
              <a:gdLst/>
              <a:ahLst/>
              <a:cxnLst/>
              <a:rect l="l" t="t" r="r" b="b"/>
              <a:pathLst>
                <a:path w="4526" h="2489" extrusionOk="0">
                  <a:moveTo>
                    <a:pt x="3644" y="0"/>
                  </a:moveTo>
                  <a:cubicBezTo>
                    <a:pt x="2977" y="0"/>
                    <a:pt x="2263" y="238"/>
                    <a:pt x="1822" y="762"/>
                  </a:cubicBezTo>
                  <a:cubicBezTo>
                    <a:pt x="1644" y="988"/>
                    <a:pt x="1525" y="1238"/>
                    <a:pt x="1322" y="1429"/>
                  </a:cubicBezTo>
                  <a:cubicBezTo>
                    <a:pt x="977" y="1762"/>
                    <a:pt x="477" y="1846"/>
                    <a:pt x="1" y="1905"/>
                  </a:cubicBezTo>
                  <a:cubicBezTo>
                    <a:pt x="60" y="2072"/>
                    <a:pt x="96" y="2227"/>
                    <a:pt x="179" y="2369"/>
                  </a:cubicBezTo>
                  <a:cubicBezTo>
                    <a:pt x="191" y="2381"/>
                    <a:pt x="203" y="2417"/>
                    <a:pt x="215" y="2429"/>
                  </a:cubicBezTo>
                  <a:lnTo>
                    <a:pt x="263" y="2429"/>
                  </a:lnTo>
                  <a:cubicBezTo>
                    <a:pt x="270" y="2426"/>
                    <a:pt x="277" y="2425"/>
                    <a:pt x="282" y="2425"/>
                  </a:cubicBezTo>
                  <a:cubicBezTo>
                    <a:pt x="323" y="2425"/>
                    <a:pt x="330" y="2489"/>
                    <a:pt x="382" y="2489"/>
                  </a:cubicBezTo>
                  <a:cubicBezTo>
                    <a:pt x="1037" y="2477"/>
                    <a:pt x="1739" y="2179"/>
                    <a:pt x="1989" y="1584"/>
                  </a:cubicBezTo>
                  <a:cubicBezTo>
                    <a:pt x="2049" y="1453"/>
                    <a:pt x="2084" y="1310"/>
                    <a:pt x="2144" y="1191"/>
                  </a:cubicBezTo>
                  <a:cubicBezTo>
                    <a:pt x="2346" y="810"/>
                    <a:pt x="2823" y="667"/>
                    <a:pt x="3251" y="631"/>
                  </a:cubicBezTo>
                  <a:cubicBezTo>
                    <a:pt x="3692" y="584"/>
                    <a:pt x="4144" y="595"/>
                    <a:pt x="4525" y="369"/>
                  </a:cubicBezTo>
                  <a:cubicBezTo>
                    <a:pt x="4287" y="107"/>
                    <a:pt x="4001" y="0"/>
                    <a:pt x="36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p:cNvSpPr/>
            <p:nvPr/>
          </p:nvSpPr>
          <p:spPr>
            <a:xfrm>
              <a:off x="6100325" y="2868957"/>
              <a:ext cx="235356" cy="229990"/>
            </a:xfrm>
            <a:custGeom>
              <a:avLst/>
              <a:gdLst/>
              <a:ahLst/>
              <a:cxnLst/>
              <a:rect l="l" t="t" r="r" b="b"/>
              <a:pathLst>
                <a:path w="6228" h="6086" extrusionOk="0">
                  <a:moveTo>
                    <a:pt x="3405" y="848"/>
                  </a:moveTo>
                  <a:cubicBezTo>
                    <a:pt x="3606" y="848"/>
                    <a:pt x="3811" y="923"/>
                    <a:pt x="3977" y="1036"/>
                  </a:cubicBezTo>
                  <a:cubicBezTo>
                    <a:pt x="4120" y="1120"/>
                    <a:pt x="4215" y="1227"/>
                    <a:pt x="4322" y="1346"/>
                  </a:cubicBezTo>
                  <a:cubicBezTo>
                    <a:pt x="4429" y="1465"/>
                    <a:pt x="4537" y="1596"/>
                    <a:pt x="4620" y="1727"/>
                  </a:cubicBezTo>
                  <a:cubicBezTo>
                    <a:pt x="4656" y="1763"/>
                    <a:pt x="4668" y="1787"/>
                    <a:pt x="4691" y="1834"/>
                  </a:cubicBezTo>
                  <a:cubicBezTo>
                    <a:pt x="4751" y="1906"/>
                    <a:pt x="4810" y="1989"/>
                    <a:pt x="4858" y="2072"/>
                  </a:cubicBezTo>
                  <a:cubicBezTo>
                    <a:pt x="4918" y="2168"/>
                    <a:pt x="4977" y="2263"/>
                    <a:pt x="5037" y="2370"/>
                  </a:cubicBezTo>
                  <a:cubicBezTo>
                    <a:pt x="5132" y="2549"/>
                    <a:pt x="5191" y="2727"/>
                    <a:pt x="5215" y="2941"/>
                  </a:cubicBezTo>
                  <a:cubicBezTo>
                    <a:pt x="5263" y="3382"/>
                    <a:pt x="5037" y="3834"/>
                    <a:pt x="4775" y="4215"/>
                  </a:cubicBezTo>
                  <a:cubicBezTo>
                    <a:pt x="4584" y="4489"/>
                    <a:pt x="4370" y="4727"/>
                    <a:pt x="4084" y="4870"/>
                  </a:cubicBezTo>
                  <a:cubicBezTo>
                    <a:pt x="3852" y="4994"/>
                    <a:pt x="3489" y="5063"/>
                    <a:pt x="3158" y="5063"/>
                  </a:cubicBezTo>
                  <a:cubicBezTo>
                    <a:pt x="2981" y="5063"/>
                    <a:pt x="2812" y="5043"/>
                    <a:pt x="2679" y="5001"/>
                  </a:cubicBezTo>
                  <a:cubicBezTo>
                    <a:pt x="2453" y="4930"/>
                    <a:pt x="2227" y="4858"/>
                    <a:pt x="2036" y="4739"/>
                  </a:cubicBezTo>
                  <a:cubicBezTo>
                    <a:pt x="1870" y="4632"/>
                    <a:pt x="1739" y="4513"/>
                    <a:pt x="1643" y="4335"/>
                  </a:cubicBezTo>
                  <a:cubicBezTo>
                    <a:pt x="1643" y="4323"/>
                    <a:pt x="1631" y="4323"/>
                    <a:pt x="1631" y="4299"/>
                  </a:cubicBezTo>
                  <a:cubicBezTo>
                    <a:pt x="1620" y="4287"/>
                    <a:pt x="1620" y="4263"/>
                    <a:pt x="1620" y="4251"/>
                  </a:cubicBezTo>
                  <a:cubicBezTo>
                    <a:pt x="1584" y="4156"/>
                    <a:pt x="1560" y="4049"/>
                    <a:pt x="1500" y="3965"/>
                  </a:cubicBezTo>
                  <a:cubicBezTo>
                    <a:pt x="1441" y="3858"/>
                    <a:pt x="1346" y="3787"/>
                    <a:pt x="1274" y="3680"/>
                  </a:cubicBezTo>
                  <a:cubicBezTo>
                    <a:pt x="1274" y="3680"/>
                    <a:pt x="1274" y="3668"/>
                    <a:pt x="1262" y="3668"/>
                  </a:cubicBezTo>
                  <a:cubicBezTo>
                    <a:pt x="1084" y="3394"/>
                    <a:pt x="1131" y="3037"/>
                    <a:pt x="1167" y="2727"/>
                  </a:cubicBezTo>
                  <a:cubicBezTo>
                    <a:pt x="1215" y="2465"/>
                    <a:pt x="1262" y="2179"/>
                    <a:pt x="1298" y="1906"/>
                  </a:cubicBezTo>
                  <a:cubicBezTo>
                    <a:pt x="1322" y="1810"/>
                    <a:pt x="1334" y="1691"/>
                    <a:pt x="1393" y="1596"/>
                  </a:cubicBezTo>
                  <a:cubicBezTo>
                    <a:pt x="1489" y="1465"/>
                    <a:pt x="1631" y="1394"/>
                    <a:pt x="1762" y="1334"/>
                  </a:cubicBezTo>
                  <a:cubicBezTo>
                    <a:pt x="1989" y="1227"/>
                    <a:pt x="2215" y="1120"/>
                    <a:pt x="2453" y="1120"/>
                  </a:cubicBezTo>
                  <a:cubicBezTo>
                    <a:pt x="2495" y="1120"/>
                    <a:pt x="2542" y="1123"/>
                    <a:pt x="2590" y="1123"/>
                  </a:cubicBezTo>
                  <a:cubicBezTo>
                    <a:pt x="2637" y="1123"/>
                    <a:pt x="2685" y="1120"/>
                    <a:pt x="2727" y="1108"/>
                  </a:cubicBezTo>
                  <a:cubicBezTo>
                    <a:pt x="2846" y="1072"/>
                    <a:pt x="2953" y="989"/>
                    <a:pt x="3072" y="929"/>
                  </a:cubicBezTo>
                  <a:cubicBezTo>
                    <a:pt x="3176" y="873"/>
                    <a:pt x="3290" y="848"/>
                    <a:pt x="3405" y="848"/>
                  </a:cubicBezTo>
                  <a:close/>
                  <a:moveTo>
                    <a:pt x="3132" y="1"/>
                  </a:moveTo>
                  <a:cubicBezTo>
                    <a:pt x="2870" y="1"/>
                    <a:pt x="2596" y="36"/>
                    <a:pt x="2346" y="84"/>
                  </a:cubicBezTo>
                  <a:cubicBezTo>
                    <a:pt x="1441" y="274"/>
                    <a:pt x="596" y="834"/>
                    <a:pt x="262" y="1703"/>
                  </a:cubicBezTo>
                  <a:cubicBezTo>
                    <a:pt x="0" y="2382"/>
                    <a:pt x="84" y="3168"/>
                    <a:pt x="322" y="3858"/>
                  </a:cubicBezTo>
                  <a:cubicBezTo>
                    <a:pt x="667" y="4858"/>
                    <a:pt x="1667" y="6073"/>
                    <a:pt x="2822" y="6085"/>
                  </a:cubicBezTo>
                  <a:cubicBezTo>
                    <a:pt x="2838" y="6085"/>
                    <a:pt x="2853" y="6085"/>
                    <a:pt x="2868" y="6085"/>
                  </a:cubicBezTo>
                  <a:cubicBezTo>
                    <a:pt x="4116" y="6085"/>
                    <a:pt x="5399" y="5142"/>
                    <a:pt x="5858" y="4001"/>
                  </a:cubicBezTo>
                  <a:cubicBezTo>
                    <a:pt x="5930" y="3823"/>
                    <a:pt x="5977" y="3656"/>
                    <a:pt x="6001" y="3465"/>
                  </a:cubicBezTo>
                  <a:cubicBezTo>
                    <a:pt x="6227" y="2263"/>
                    <a:pt x="5680" y="894"/>
                    <a:pt x="4572" y="334"/>
                  </a:cubicBezTo>
                  <a:cubicBezTo>
                    <a:pt x="4144" y="120"/>
                    <a:pt x="3644" y="24"/>
                    <a:pt x="3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4"/>
            <p:cNvSpPr/>
            <p:nvPr/>
          </p:nvSpPr>
          <p:spPr>
            <a:xfrm>
              <a:off x="6250159" y="2919481"/>
              <a:ext cx="40511" cy="29514"/>
            </a:xfrm>
            <a:custGeom>
              <a:avLst/>
              <a:gdLst/>
              <a:ahLst/>
              <a:cxnLst/>
              <a:rect l="l" t="t" r="r" b="b"/>
              <a:pathLst>
                <a:path w="1072" h="781" extrusionOk="0">
                  <a:moveTo>
                    <a:pt x="366" y="1"/>
                  </a:moveTo>
                  <a:cubicBezTo>
                    <a:pt x="284" y="1"/>
                    <a:pt x="204" y="21"/>
                    <a:pt x="143" y="69"/>
                  </a:cubicBezTo>
                  <a:cubicBezTo>
                    <a:pt x="83" y="116"/>
                    <a:pt x="36" y="152"/>
                    <a:pt x="24" y="235"/>
                  </a:cubicBezTo>
                  <a:cubicBezTo>
                    <a:pt x="0" y="271"/>
                    <a:pt x="36" y="331"/>
                    <a:pt x="48" y="378"/>
                  </a:cubicBezTo>
                  <a:cubicBezTo>
                    <a:pt x="143" y="569"/>
                    <a:pt x="333" y="735"/>
                    <a:pt x="524" y="771"/>
                  </a:cubicBezTo>
                  <a:cubicBezTo>
                    <a:pt x="558" y="777"/>
                    <a:pt x="601" y="780"/>
                    <a:pt x="647" y="780"/>
                  </a:cubicBezTo>
                  <a:cubicBezTo>
                    <a:pt x="795" y="780"/>
                    <a:pt x="979" y="743"/>
                    <a:pt x="1024" y="616"/>
                  </a:cubicBezTo>
                  <a:cubicBezTo>
                    <a:pt x="1072" y="497"/>
                    <a:pt x="1000" y="378"/>
                    <a:pt x="905" y="283"/>
                  </a:cubicBezTo>
                  <a:cubicBezTo>
                    <a:pt x="810" y="164"/>
                    <a:pt x="691" y="80"/>
                    <a:pt x="548" y="33"/>
                  </a:cubicBezTo>
                  <a:cubicBezTo>
                    <a:pt x="491" y="12"/>
                    <a:pt x="428" y="1"/>
                    <a:pt x="366"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p:cNvSpPr/>
            <p:nvPr/>
          </p:nvSpPr>
          <p:spPr>
            <a:xfrm>
              <a:off x="6225407" y="2962750"/>
              <a:ext cx="42325" cy="26604"/>
            </a:xfrm>
            <a:custGeom>
              <a:avLst/>
              <a:gdLst/>
              <a:ahLst/>
              <a:cxnLst/>
              <a:rect l="l" t="t" r="r" b="b"/>
              <a:pathLst>
                <a:path w="1120" h="704" extrusionOk="0">
                  <a:moveTo>
                    <a:pt x="627" y="1"/>
                  </a:moveTo>
                  <a:cubicBezTo>
                    <a:pt x="526" y="1"/>
                    <a:pt x="424" y="14"/>
                    <a:pt x="334" y="55"/>
                  </a:cubicBezTo>
                  <a:cubicBezTo>
                    <a:pt x="203" y="114"/>
                    <a:pt x="84" y="221"/>
                    <a:pt x="36" y="352"/>
                  </a:cubicBezTo>
                  <a:cubicBezTo>
                    <a:pt x="24" y="424"/>
                    <a:pt x="0" y="495"/>
                    <a:pt x="48" y="555"/>
                  </a:cubicBezTo>
                  <a:cubicBezTo>
                    <a:pt x="84" y="602"/>
                    <a:pt x="119" y="626"/>
                    <a:pt x="167" y="650"/>
                  </a:cubicBezTo>
                  <a:cubicBezTo>
                    <a:pt x="256" y="683"/>
                    <a:pt x="361" y="704"/>
                    <a:pt x="463" y="704"/>
                  </a:cubicBezTo>
                  <a:cubicBezTo>
                    <a:pt x="579" y="704"/>
                    <a:pt x="692" y="678"/>
                    <a:pt x="774" y="614"/>
                  </a:cubicBezTo>
                  <a:cubicBezTo>
                    <a:pt x="917" y="543"/>
                    <a:pt x="1119" y="352"/>
                    <a:pt x="1060" y="186"/>
                  </a:cubicBezTo>
                  <a:cubicBezTo>
                    <a:pt x="1012" y="67"/>
                    <a:pt x="881" y="19"/>
                    <a:pt x="762" y="7"/>
                  </a:cubicBezTo>
                  <a:cubicBezTo>
                    <a:pt x="718" y="3"/>
                    <a:pt x="673" y="1"/>
                    <a:pt x="627"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4"/>
            <p:cNvSpPr/>
            <p:nvPr/>
          </p:nvSpPr>
          <p:spPr>
            <a:xfrm>
              <a:off x="6164642" y="2966944"/>
              <a:ext cx="33331" cy="36770"/>
            </a:xfrm>
            <a:custGeom>
              <a:avLst/>
              <a:gdLst/>
              <a:ahLst/>
              <a:cxnLst/>
              <a:rect l="l" t="t" r="r" b="b"/>
              <a:pathLst>
                <a:path w="882" h="973" extrusionOk="0">
                  <a:moveTo>
                    <a:pt x="632" y="0"/>
                  </a:moveTo>
                  <a:cubicBezTo>
                    <a:pt x="551" y="0"/>
                    <a:pt x="467" y="38"/>
                    <a:pt x="394" y="87"/>
                  </a:cubicBezTo>
                  <a:cubicBezTo>
                    <a:pt x="275" y="170"/>
                    <a:pt x="156" y="265"/>
                    <a:pt x="96" y="408"/>
                  </a:cubicBezTo>
                  <a:cubicBezTo>
                    <a:pt x="25" y="527"/>
                    <a:pt x="1" y="682"/>
                    <a:pt x="60" y="825"/>
                  </a:cubicBezTo>
                  <a:cubicBezTo>
                    <a:pt x="96" y="896"/>
                    <a:pt x="144" y="956"/>
                    <a:pt x="215" y="968"/>
                  </a:cubicBezTo>
                  <a:cubicBezTo>
                    <a:pt x="229" y="971"/>
                    <a:pt x="244" y="973"/>
                    <a:pt x="259" y="973"/>
                  </a:cubicBezTo>
                  <a:cubicBezTo>
                    <a:pt x="296" y="973"/>
                    <a:pt x="333" y="964"/>
                    <a:pt x="358" y="956"/>
                  </a:cubicBezTo>
                  <a:cubicBezTo>
                    <a:pt x="572" y="896"/>
                    <a:pt x="751" y="729"/>
                    <a:pt x="810" y="551"/>
                  </a:cubicBezTo>
                  <a:cubicBezTo>
                    <a:pt x="858" y="408"/>
                    <a:pt x="882" y="122"/>
                    <a:pt x="739" y="27"/>
                  </a:cubicBezTo>
                  <a:cubicBezTo>
                    <a:pt x="705" y="8"/>
                    <a:pt x="669" y="0"/>
                    <a:pt x="632" y="0"/>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4"/>
            <p:cNvSpPr/>
            <p:nvPr/>
          </p:nvSpPr>
          <p:spPr>
            <a:xfrm>
              <a:off x="6157009" y="3021701"/>
              <a:ext cx="42325" cy="27171"/>
            </a:xfrm>
            <a:custGeom>
              <a:avLst/>
              <a:gdLst/>
              <a:ahLst/>
              <a:cxnLst/>
              <a:rect l="l" t="t" r="r" b="b"/>
              <a:pathLst>
                <a:path w="1120" h="719" extrusionOk="0">
                  <a:moveTo>
                    <a:pt x="622" y="1"/>
                  </a:moveTo>
                  <a:cubicBezTo>
                    <a:pt x="519" y="1"/>
                    <a:pt x="421" y="13"/>
                    <a:pt x="322" y="54"/>
                  </a:cubicBezTo>
                  <a:cubicBezTo>
                    <a:pt x="191" y="114"/>
                    <a:pt x="72" y="221"/>
                    <a:pt x="24" y="352"/>
                  </a:cubicBezTo>
                  <a:cubicBezTo>
                    <a:pt x="12" y="423"/>
                    <a:pt x="0" y="507"/>
                    <a:pt x="48" y="554"/>
                  </a:cubicBezTo>
                  <a:cubicBezTo>
                    <a:pt x="72" y="602"/>
                    <a:pt x="120" y="638"/>
                    <a:pt x="167" y="650"/>
                  </a:cubicBezTo>
                  <a:cubicBezTo>
                    <a:pt x="251" y="695"/>
                    <a:pt x="352" y="718"/>
                    <a:pt x="453" y="718"/>
                  </a:cubicBezTo>
                  <a:cubicBezTo>
                    <a:pt x="566" y="718"/>
                    <a:pt x="680" y="689"/>
                    <a:pt x="774" y="626"/>
                  </a:cubicBezTo>
                  <a:cubicBezTo>
                    <a:pt x="905" y="543"/>
                    <a:pt x="1120" y="352"/>
                    <a:pt x="1060" y="185"/>
                  </a:cubicBezTo>
                  <a:cubicBezTo>
                    <a:pt x="1012" y="66"/>
                    <a:pt x="882" y="31"/>
                    <a:pt x="762" y="7"/>
                  </a:cubicBezTo>
                  <a:cubicBezTo>
                    <a:pt x="715" y="3"/>
                    <a:pt x="668" y="1"/>
                    <a:pt x="622" y="1"/>
                  </a:cubicBezTo>
                  <a:close/>
                </a:path>
              </a:pathLst>
            </a:custGeom>
            <a:solidFill>
              <a:srgbClr val="F39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4"/>
            <p:cNvSpPr/>
            <p:nvPr/>
          </p:nvSpPr>
          <p:spPr>
            <a:xfrm>
              <a:off x="6189394" y="2869562"/>
              <a:ext cx="147192" cy="131282"/>
            </a:xfrm>
            <a:custGeom>
              <a:avLst/>
              <a:gdLst/>
              <a:ahLst/>
              <a:cxnLst/>
              <a:rect l="l" t="t" r="r" b="b"/>
              <a:pathLst>
                <a:path w="3895" h="3474" extrusionOk="0">
                  <a:moveTo>
                    <a:pt x="624" y="1"/>
                  </a:moveTo>
                  <a:cubicBezTo>
                    <a:pt x="413" y="1"/>
                    <a:pt x="207" y="33"/>
                    <a:pt x="1" y="80"/>
                  </a:cubicBezTo>
                  <a:cubicBezTo>
                    <a:pt x="167" y="104"/>
                    <a:pt x="346" y="128"/>
                    <a:pt x="513" y="163"/>
                  </a:cubicBezTo>
                  <a:cubicBezTo>
                    <a:pt x="1525" y="389"/>
                    <a:pt x="2465" y="973"/>
                    <a:pt x="3037" y="1830"/>
                  </a:cubicBezTo>
                  <a:cubicBezTo>
                    <a:pt x="3370" y="2330"/>
                    <a:pt x="3561" y="2890"/>
                    <a:pt x="3668" y="3473"/>
                  </a:cubicBezTo>
                  <a:cubicBezTo>
                    <a:pt x="3894" y="2271"/>
                    <a:pt x="3334" y="901"/>
                    <a:pt x="2239" y="330"/>
                  </a:cubicBezTo>
                  <a:cubicBezTo>
                    <a:pt x="1787" y="104"/>
                    <a:pt x="1287" y="8"/>
                    <a:pt x="798" y="8"/>
                  </a:cubicBezTo>
                  <a:cubicBezTo>
                    <a:pt x="740" y="3"/>
                    <a:pt x="682" y="1"/>
                    <a:pt x="6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4"/>
            <p:cNvSpPr/>
            <p:nvPr/>
          </p:nvSpPr>
          <p:spPr>
            <a:xfrm>
              <a:off x="6157009" y="3059490"/>
              <a:ext cx="56723" cy="30232"/>
            </a:xfrm>
            <a:custGeom>
              <a:avLst/>
              <a:gdLst/>
              <a:ahLst/>
              <a:cxnLst/>
              <a:rect l="l" t="t" r="r" b="b"/>
              <a:pathLst>
                <a:path w="1501" h="800" extrusionOk="0">
                  <a:moveTo>
                    <a:pt x="248" y="1"/>
                  </a:moveTo>
                  <a:cubicBezTo>
                    <a:pt x="145" y="1"/>
                    <a:pt x="62" y="32"/>
                    <a:pt x="48" y="126"/>
                  </a:cubicBezTo>
                  <a:cubicBezTo>
                    <a:pt x="0" y="293"/>
                    <a:pt x="429" y="495"/>
                    <a:pt x="548" y="555"/>
                  </a:cubicBezTo>
                  <a:cubicBezTo>
                    <a:pt x="743" y="681"/>
                    <a:pt x="977" y="800"/>
                    <a:pt x="1213" y="800"/>
                  </a:cubicBezTo>
                  <a:cubicBezTo>
                    <a:pt x="1265" y="800"/>
                    <a:pt x="1318" y="794"/>
                    <a:pt x="1370" y="781"/>
                  </a:cubicBezTo>
                  <a:cubicBezTo>
                    <a:pt x="1429" y="769"/>
                    <a:pt x="1501" y="721"/>
                    <a:pt x="1501" y="662"/>
                  </a:cubicBezTo>
                  <a:cubicBezTo>
                    <a:pt x="1501" y="650"/>
                    <a:pt x="1489" y="614"/>
                    <a:pt x="1489" y="602"/>
                  </a:cubicBezTo>
                  <a:cubicBezTo>
                    <a:pt x="1429" y="495"/>
                    <a:pt x="1322" y="424"/>
                    <a:pt x="1215" y="364"/>
                  </a:cubicBezTo>
                  <a:cubicBezTo>
                    <a:pt x="1036" y="257"/>
                    <a:pt x="858" y="174"/>
                    <a:pt x="679" y="102"/>
                  </a:cubicBezTo>
                  <a:cubicBezTo>
                    <a:pt x="607" y="73"/>
                    <a:pt x="404" y="1"/>
                    <a:pt x="248" y="1"/>
                  </a:cubicBezTo>
                  <a:close/>
                </a:path>
              </a:pathLst>
            </a:custGeom>
            <a:solidFill>
              <a:srgbClr val="CE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7" name="Google Shape;797;p45"/>
          <p:cNvSpPr txBox="1">
            <a:spLocks noGrp="1"/>
          </p:cNvSpPr>
          <p:nvPr>
            <p:ph type="title"/>
          </p:nvPr>
        </p:nvSpPr>
        <p:spPr>
          <a:xfrm>
            <a:off x="713225" y="438912"/>
            <a:ext cx="7550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Methodology</a:t>
            </a:r>
            <a:endParaRPr dirty="0"/>
          </a:p>
        </p:txBody>
      </p:sp>
      <p:sp>
        <p:nvSpPr>
          <p:cNvPr id="11" name="Subtitle 10">
            <a:extLst>
              <a:ext uri="{FF2B5EF4-FFF2-40B4-BE49-F238E27FC236}">
                <a16:creationId xmlns:a16="http://schemas.microsoft.com/office/drawing/2014/main" id="{AF0D6BFA-4692-2EFB-1E53-01B84B5ACB8B}"/>
              </a:ext>
            </a:extLst>
          </p:cNvPr>
          <p:cNvSpPr>
            <a:spLocks noGrp="1"/>
          </p:cNvSpPr>
          <p:nvPr>
            <p:ph type="subTitle" idx="5"/>
          </p:nvPr>
        </p:nvSpPr>
        <p:spPr>
          <a:xfrm>
            <a:off x="496490" y="1331317"/>
            <a:ext cx="7983870" cy="3059929"/>
          </a:xfrm>
        </p:spPr>
        <p:txBody>
          <a:bodyPr/>
          <a:lstStyle/>
          <a:p>
            <a:pPr marL="0" marR="0" algn="just">
              <a:lnSpc>
                <a:spcPct val="150000"/>
              </a:lnSpc>
              <a:spcBef>
                <a:spcPts val="0"/>
              </a:spcBef>
              <a:spcAft>
                <a:spcPts val="800"/>
              </a:spcAft>
            </a:pP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Analysis was conducted using Microsoft Excel. Pivot tables were used to summarize warehouse distribution and average product ton delivered by zone, location, regional zone, capacity size, owner type and government certificate. Descriptive statistics such average were calculated on overall average product ton, average </a:t>
            </a:r>
            <a:r>
              <a:rPr lang="en-US" sz="1600" kern="100" dirty="0" err="1">
                <a:effectLst/>
                <a:latin typeface="Trebuchet MS" panose="020B0603020202020204" pitchFamily="34" charset="0"/>
                <a:ea typeface="Trebuchet MS" panose="020B0603020202020204" pitchFamily="34" charset="0"/>
                <a:cs typeface="Times New Roman" panose="02020603050405020304" pitchFamily="18" charset="0"/>
              </a:rPr>
              <a:t>num_refill_req</a:t>
            </a: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 average </a:t>
            </a:r>
            <a:r>
              <a:rPr lang="en-US" sz="1600" kern="100" dirty="0" err="1">
                <a:effectLst/>
                <a:latin typeface="Trebuchet MS" panose="020B0603020202020204" pitchFamily="34" charset="0"/>
                <a:ea typeface="Trebuchet MS" panose="020B0603020202020204" pitchFamily="34" charset="0"/>
                <a:cs typeface="Times New Roman" panose="02020603050405020304" pitchFamily="18" charset="0"/>
              </a:rPr>
              <a:t>workers_num</a:t>
            </a: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 average </a:t>
            </a:r>
            <a:r>
              <a:rPr lang="en-US" sz="1600" kern="100" dirty="0" err="1">
                <a:effectLst/>
                <a:latin typeface="Trebuchet MS" panose="020B0603020202020204" pitchFamily="34" charset="0"/>
                <a:ea typeface="Trebuchet MS" panose="020B0603020202020204" pitchFamily="34" charset="0"/>
                <a:cs typeface="Times New Roman" panose="02020603050405020304" pitchFamily="18" charset="0"/>
              </a:rPr>
              <a:t>dist_from_hub</a:t>
            </a: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 average </a:t>
            </a:r>
            <a:r>
              <a:rPr lang="en-US" sz="1600" kern="100" dirty="0" err="1">
                <a:effectLst/>
                <a:latin typeface="Trebuchet MS" panose="020B0603020202020204" pitchFamily="34" charset="0"/>
                <a:ea typeface="Trebuchet MS" panose="020B0603020202020204" pitchFamily="34" charset="0"/>
                <a:cs typeface="Times New Roman" panose="02020603050405020304" pitchFamily="18" charset="0"/>
              </a:rPr>
              <a:t>retail_shop_num</a:t>
            </a:r>
            <a:r>
              <a:rPr lang="en-US" sz="1600" kern="100" dirty="0">
                <a:effectLst/>
                <a:latin typeface="Trebuchet MS" panose="020B0603020202020204" pitchFamily="34" charset="0"/>
                <a:ea typeface="Trebuchet MS" panose="020B0603020202020204" pitchFamily="34" charset="0"/>
                <a:cs typeface="Times New Roman" panose="02020603050405020304" pitchFamily="18" charset="0"/>
              </a:rPr>
              <a:t>, average transport issue. Correlations were also analyzed to evaluate the relationship between all major variables and product ton delivered.</a:t>
            </a:r>
          </a:p>
          <a:p>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p49"/>
          <p:cNvSpPr txBox="1">
            <a:spLocks noGrp="1"/>
          </p:cNvSpPr>
          <p:nvPr>
            <p:ph type="title"/>
          </p:nvPr>
        </p:nvSpPr>
        <p:spPr>
          <a:xfrm>
            <a:off x="444684" y="417647"/>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F</a:t>
            </a:r>
            <a:r>
              <a:rPr lang="en-US" dirty="0" err="1"/>
              <a:t>i</a:t>
            </a:r>
            <a:r>
              <a:rPr lang="en" dirty="0"/>
              <a:t>ndings / I</a:t>
            </a:r>
            <a:r>
              <a:rPr lang="en-US" dirty="0"/>
              <a:t>n</a:t>
            </a:r>
            <a:r>
              <a:rPr lang="en" dirty="0"/>
              <a:t>sights </a:t>
            </a:r>
            <a:endParaRPr dirty="0"/>
          </a:p>
        </p:txBody>
      </p:sp>
      <p:graphicFrame>
        <p:nvGraphicFramePr>
          <p:cNvPr id="4" name="Chart 3">
            <a:extLst>
              <a:ext uri="{FF2B5EF4-FFF2-40B4-BE49-F238E27FC236}">
                <a16:creationId xmlns:a16="http://schemas.microsoft.com/office/drawing/2014/main" id="{D39A9B0B-0F14-4828-873C-3C6C71B907DE}"/>
              </a:ext>
            </a:extLst>
          </p:cNvPr>
          <p:cNvGraphicFramePr/>
          <p:nvPr>
            <p:extLst>
              <p:ext uri="{D42A27DB-BD31-4B8C-83A1-F6EECF244321}">
                <p14:modId xmlns:p14="http://schemas.microsoft.com/office/powerpoint/2010/main" val="843253452"/>
              </p:ext>
            </p:extLst>
          </p:nvPr>
        </p:nvGraphicFramePr>
        <p:xfrm>
          <a:off x="444685" y="1269927"/>
          <a:ext cx="5211836" cy="30289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9BD1E1EA-A1B0-3358-45B2-A3CC30D2165D}"/>
              </a:ext>
            </a:extLst>
          </p:cNvPr>
          <p:cNvSpPr txBox="1"/>
          <p:nvPr/>
        </p:nvSpPr>
        <p:spPr>
          <a:xfrm>
            <a:off x="5789428" y="1541267"/>
            <a:ext cx="3226982" cy="2638094"/>
          </a:xfrm>
          <a:prstGeom prst="rect">
            <a:avLst/>
          </a:prstGeom>
          <a:noFill/>
        </p:spPr>
        <p:txBody>
          <a:bodyPr wrap="square">
            <a:spAutoFit/>
          </a:bodyPr>
          <a:lstStyle/>
          <a:p>
            <a:pPr>
              <a:lnSpc>
                <a:spcPct val="150000"/>
              </a:lnSpc>
            </a:pPr>
            <a:r>
              <a:rPr lang="en-US" kern="100" dirty="0">
                <a:solidFill>
                  <a:schemeClr val="accent2"/>
                </a:solidFill>
                <a:latin typeface="Trebuchet MS" panose="020B0603020202020204" pitchFamily="34" charset="0"/>
                <a:cs typeface="Times New Roman" panose="02020603050405020304" pitchFamily="18" charset="0"/>
                <a:sym typeface="Montserrat"/>
              </a:rPr>
              <a:t>Fig 1 shows the warehouse distribution across different warehouse sizes in the country. It can be observed that although the number of type of warehouses differ, in terms of average product (in ton) delivered, there are all approximately the same.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51"/>
          <p:cNvSpPr txBox="1">
            <a:spLocks noGrp="1"/>
          </p:cNvSpPr>
          <p:nvPr>
            <p:ph type="title"/>
          </p:nvPr>
        </p:nvSpPr>
        <p:spPr>
          <a:xfrm>
            <a:off x="1009584" y="412275"/>
            <a:ext cx="7550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Key F</a:t>
            </a:r>
            <a:r>
              <a:rPr lang="en-US" dirty="0" err="1"/>
              <a:t>i</a:t>
            </a:r>
            <a:r>
              <a:rPr lang="en" dirty="0"/>
              <a:t>ndings / I</a:t>
            </a:r>
            <a:r>
              <a:rPr lang="en-US" dirty="0"/>
              <a:t>n</a:t>
            </a:r>
            <a:r>
              <a:rPr lang="en" dirty="0"/>
              <a:t>sights</a:t>
            </a:r>
            <a:endParaRPr dirty="0"/>
          </a:p>
        </p:txBody>
      </p:sp>
      <p:sp>
        <p:nvSpPr>
          <p:cNvPr id="1269" name="Google Shape;1269;p51"/>
          <p:cNvSpPr txBox="1"/>
          <p:nvPr/>
        </p:nvSpPr>
        <p:spPr>
          <a:xfrm>
            <a:off x="4572000" y="1576945"/>
            <a:ext cx="3987984" cy="2229511"/>
          </a:xfrm>
          <a:prstGeom prst="rect">
            <a:avLst/>
          </a:prstGeom>
          <a:noFill/>
          <a:ln>
            <a:noFill/>
          </a:ln>
        </p:spPr>
        <p:txBody>
          <a:bodyPr spcFirstLastPara="1" wrap="square" lIns="91425" tIns="91425" rIns="91425" bIns="91425" anchor="t" anchorCtr="0">
            <a:noAutofit/>
          </a:bodyPr>
          <a:lstStyle/>
          <a:p>
            <a:pPr marL="0" lvl="0" indent="0" algn="r" rtl="0">
              <a:lnSpc>
                <a:spcPct val="150000"/>
              </a:lnSpc>
              <a:spcBef>
                <a:spcPts val="0"/>
              </a:spcBef>
              <a:spcAft>
                <a:spcPts val="1600"/>
              </a:spcAft>
              <a:buNone/>
            </a:pPr>
            <a:r>
              <a:rPr lang="en-US" kern="100" dirty="0">
                <a:solidFill>
                  <a:schemeClr val="accent2"/>
                </a:solidFill>
                <a:latin typeface="Trebuchet MS" panose="020B0603020202020204" pitchFamily="34" charset="0"/>
                <a:cs typeface="Times New Roman" panose="02020603050405020304" pitchFamily="18" charset="0"/>
              </a:rPr>
              <a:t>Fig 2 shows the warehouse distribution across Rural and Urban locations in the country. Although they are more warehouses in the Rural area (91.83%) of the country, on average more products get delivered to the Urban area (25K) than Rural areas.</a:t>
            </a:r>
            <a:endParaRPr sz="1200" dirty="0">
              <a:solidFill>
                <a:schemeClr val="accent2"/>
              </a:solidFill>
              <a:latin typeface="Montserrat"/>
              <a:ea typeface="Montserrat"/>
              <a:cs typeface="Montserrat"/>
              <a:sym typeface="Montserrat"/>
            </a:endParaRPr>
          </a:p>
        </p:txBody>
      </p:sp>
      <p:graphicFrame>
        <p:nvGraphicFramePr>
          <p:cNvPr id="2" name="Chart 1">
            <a:extLst>
              <a:ext uri="{FF2B5EF4-FFF2-40B4-BE49-F238E27FC236}">
                <a16:creationId xmlns:a16="http://schemas.microsoft.com/office/drawing/2014/main" id="{92C6884A-83C7-48DF-A8EB-7414E00D2F58}"/>
              </a:ext>
            </a:extLst>
          </p:cNvPr>
          <p:cNvGraphicFramePr/>
          <p:nvPr>
            <p:extLst>
              <p:ext uri="{D42A27DB-BD31-4B8C-83A1-F6EECF244321}">
                <p14:modId xmlns:p14="http://schemas.microsoft.com/office/powerpoint/2010/main" val="2564740352"/>
              </p:ext>
            </p:extLst>
          </p:nvPr>
        </p:nvGraphicFramePr>
        <p:xfrm>
          <a:off x="436267" y="1386750"/>
          <a:ext cx="3752961" cy="27717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0">
          <a:extLst>
            <a:ext uri="{FF2B5EF4-FFF2-40B4-BE49-F238E27FC236}">
              <a16:creationId xmlns:a16="http://schemas.microsoft.com/office/drawing/2014/main" id="{2D99F5AF-4EF5-0440-8499-78DBD6E08F49}"/>
            </a:ext>
          </a:extLst>
        </p:cNvPr>
        <p:cNvGrpSpPr/>
        <p:nvPr/>
      </p:nvGrpSpPr>
      <p:grpSpPr>
        <a:xfrm>
          <a:off x="0" y="0"/>
          <a:ext cx="0" cy="0"/>
          <a:chOff x="0" y="0"/>
          <a:chExt cx="0" cy="0"/>
        </a:xfrm>
      </p:grpSpPr>
      <p:sp>
        <p:nvSpPr>
          <p:cNvPr id="1211" name="Google Shape;1211;p49">
            <a:extLst>
              <a:ext uri="{FF2B5EF4-FFF2-40B4-BE49-F238E27FC236}">
                <a16:creationId xmlns:a16="http://schemas.microsoft.com/office/drawing/2014/main" id="{F3C191D7-7A26-C169-94DC-9391384BC6E5}"/>
              </a:ext>
            </a:extLst>
          </p:cNvPr>
          <p:cNvSpPr txBox="1">
            <a:spLocks noGrp="1"/>
          </p:cNvSpPr>
          <p:nvPr>
            <p:ph type="title"/>
          </p:nvPr>
        </p:nvSpPr>
        <p:spPr>
          <a:xfrm>
            <a:off x="444684" y="417647"/>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F</a:t>
            </a:r>
            <a:r>
              <a:rPr lang="en-US" dirty="0" err="1"/>
              <a:t>i</a:t>
            </a:r>
            <a:r>
              <a:rPr lang="en" dirty="0"/>
              <a:t>ndings / I</a:t>
            </a:r>
            <a:r>
              <a:rPr lang="en-US" dirty="0"/>
              <a:t>n</a:t>
            </a:r>
            <a:r>
              <a:rPr lang="en" dirty="0"/>
              <a:t>sights </a:t>
            </a:r>
            <a:endParaRPr dirty="0"/>
          </a:p>
        </p:txBody>
      </p:sp>
      <p:sp>
        <p:nvSpPr>
          <p:cNvPr id="6" name="TextBox 5">
            <a:extLst>
              <a:ext uri="{FF2B5EF4-FFF2-40B4-BE49-F238E27FC236}">
                <a16:creationId xmlns:a16="http://schemas.microsoft.com/office/drawing/2014/main" id="{DAA6213F-3A54-6432-6909-016F1B06679D}"/>
              </a:ext>
            </a:extLst>
          </p:cNvPr>
          <p:cNvSpPr txBox="1"/>
          <p:nvPr/>
        </p:nvSpPr>
        <p:spPr>
          <a:xfrm>
            <a:off x="5693735" y="1541267"/>
            <a:ext cx="3226982" cy="2961260"/>
          </a:xfrm>
          <a:prstGeom prst="rect">
            <a:avLst/>
          </a:prstGeom>
          <a:noFill/>
        </p:spPr>
        <p:txBody>
          <a:bodyPr wrap="square">
            <a:spAutoFit/>
          </a:bodyPr>
          <a:lstStyle/>
          <a:p>
            <a:pPr>
              <a:lnSpc>
                <a:spcPct val="150000"/>
              </a:lnSpc>
            </a:pPr>
            <a:r>
              <a:rPr lang="en-US" kern="100" dirty="0">
                <a:solidFill>
                  <a:schemeClr val="accent2"/>
                </a:solidFill>
                <a:latin typeface="Trebuchet MS" panose="020B0603020202020204" pitchFamily="34" charset="0"/>
                <a:cs typeface="Times New Roman" panose="02020603050405020304" pitchFamily="18" charset="0"/>
                <a:sym typeface="Montserrat"/>
              </a:rPr>
              <a:t>Fig </a:t>
            </a:r>
            <a:r>
              <a:rPr lang="en-US" kern="100" dirty="0">
                <a:solidFill>
                  <a:schemeClr val="accent2"/>
                </a:solidFill>
                <a:latin typeface="Trebuchet MS" panose="020B0603020202020204" pitchFamily="34" charset="0"/>
                <a:cs typeface="Times New Roman" panose="02020603050405020304" pitchFamily="18" charset="0"/>
              </a:rPr>
              <a:t>3 shows the warehouse distribution by Regional Zone. We can see that the North zone has more warehouses. Before now we also saw that most warehouses are in Rural areas, going deeper we see that overall, regardless of zone the countries warehouses are situated in the Rural areas of these zones. </a:t>
            </a:r>
            <a:endParaRPr lang="en-US" kern="100" dirty="0">
              <a:solidFill>
                <a:schemeClr val="accent2"/>
              </a:solidFill>
              <a:latin typeface="Trebuchet MS" panose="020B0603020202020204" pitchFamily="34" charset="0"/>
              <a:cs typeface="Times New Roman" panose="02020603050405020304" pitchFamily="18" charset="0"/>
              <a:sym typeface="Montserrat"/>
            </a:endParaRPr>
          </a:p>
        </p:txBody>
      </p:sp>
      <p:graphicFrame>
        <p:nvGraphicFramePr>
          <p:cNvPr id="2" name="Chart 1">
            <a:extLst>
              <a:ext uri="{FF2B5EF4-FFF2-40B4-BE49-F238E27FC236}">
                <a16:creationId xmlns:a16="http://schemas.microsoft.com/office/drawing/2014/main" id="{E3BFD399-5CEA-45EA-A495-BDF69F6BE157}"/>
              </a:ext>
            </a:extLst>
          </p:cNvPr>
          <p:cNvGraphicFramePr/>
          <p:nvPr>
            <p:extLst>
              <p:ext uri="{D42A27DB-BD31-4B8C-83A1-F6EECF244321}">
                <p14:modId xmlns:p14="http://schemas.microsoft.com/office/powerpoint/2010/main" val="2736703269"/>
              </p:ext>
            </p:extLst>
          </p:nvPr>
        </p:nvGraphicFramePr>
        <p:xfrm>
          <a:off x="299483" y="1541267"/>
          <a:ext cx="4953001" cy="28860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9541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5">
          <a:extLst>
            <a:ext uri="{FF2B5EF4-FFF2-40B4-BE49-F238E27FC236}">
              <a16:creationId xmlns:a16="http://schemas.microsoft.com/office/drawing/2014/main" id="{E1DBD4FD-53D3-A910-3E79-CB62DE3304E7}"/>
            </a:ext>
          </a:extLst>
        </p:cNvPr>
        <p:cNvGrpSpPr/>
        <p:nvPr/>
      </p:nvGrpSpPr>
      <p:grpSpPr>
        <a:xfrm>
          <a:off x="0" y="0"/>
          <a:ext cx="0" cy="0"/>
          <a:chOff x="0" y="0"/>
          <a:chExt cx="0" cy="0"/>
        </a:xfrm>
      </p:grpSpPr>
      <p:sp>
        <p:nvSpPr>
          <p:cNvPr id="1266" name="Google Shape;1266;p51">
            <a:extLst>
              <a:ext uri="{FF2B5EF4-FFF2-40B4-BE49-F238E27FC236}">
                <a16:creationId xmlns:a16="http://schemas.microsoft.com/office/drawing/2014/main" id="{8797AE37-FE51-C817-D2A2-1D66F3071F4A}"/>
              </a:ext>
            </a:extLst>
          </p:cNvPr>
          <p:cNvSpPr txBox="1">
            <a:spLocks noGrp="1"/>
          </p:cNvSpPr>
          <p:nvPr>
            <p:ph type="title"/>
          </p:nvPr>
        </p:nvSpPr>
        <p:spPr>
          <a:xfrm>
            <a:off x="1009584" y="412275"/>
            <a:ext cx="7550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Key F</a:t>
            </a:r>
            <a:r>
              <a:rPr lang="en-US" dirty="0" err="1"/>
              <a:t>i</a:t>
            </a:r>
            <a:r>
              <a:rPr lang="en" dirty="0"/>
              <a:t>ndings / I</a:t>
            </a:r>
            <a:r>
              <a:rPr lang="en-US" dirty="0"/>
              <a:t>n</a:t>
            </a:r>
            <a:r>
              <a:rPr lang="en" dirty="0"/>
              <a:t>sights</a:t>
            </a:r>
            <a:endParaRPr dirty="0"/>
          </a:p>
        </p:txBody>
      </p:sp>
      <p:sp>
        <p:nvSpPr>
          <p:cNvPr id="1269" name="Google Shape;1269;p51">
            <a:extLst>
              <a:ext uri="{FF2B5EF4-FFF2-40B4-BE49-F238E27FC236}">
                <a16:creationId xmlns:a16="http://schemas.microsoft.com/office/drawing/2014/main" id="{2BB9BA66-D7A8-8881-A54F-95F867D1297E}"/>
              </a:ext>
            </a:extLst>
          </p:cNvPr>
          <p:cNvSpPr txBox="1"/>
          <p:nvPr/>
        </p:nvSpPr>
        <p:spPr>
          <a:xfrm>
            <a:off x="4699593" y="1498028"/>
            <a:ext cx="3987984" cy="2785393"/>
          </a:xfrm>
          <a:prstGeom prst="rect">
            <a:avLst/>
          </a:prstGeom>
          <a:noFill/>
          <a:ln>
            <a:noFill/>
          </a:ln>
        </p:spPr>
        <p:txBody>
          <a:bodyPr spcFirstLastPara="1" wrap="square" lIns="91425" tIns="91425" rIns="91425" bIns="91425" anchor="t" anchorCtr="0">
            <a:noAutofit/>
          </a:bodyPr>
          <a:lstStyle/>
          <a:p>
            <a:pPr algn="r">
              <a:lnSpc>
                <a:spcPct val="150000"/>
              </a:lnSpc>
              <a:spcAft>
                <a:spcPts val="1600"/>
              </a:spcAft>
            </a:pPr>
            <a:r>
              <a:rPr lang="en-US" kern="100" dirty="0">
                <a:solidFill>
                  <a:schemeClr val="accent2"/>
                </a:solidFill>
                <a:latin typeface="Trebuchet MS" panose="020B0603020202020204" pitchFamily="34" charset="0"/>
                <a:cs typeface="Times New Roman" panose="02020603050405020304" pitchFamily="18" charset="0"/>
              </a:rPr>
              <a:t>Fig 4 shows us that more East zone has the highest average product weight delivered. Relating this to the number of warehouses per zone, where we observed that East zone has fewer warehouses, this signifies that number of warehouses don’t determine the average weight of products being delivered to that zone, but rather the capacity size of those warehouses.</a:t>
            </a:r>
          </a:p>
          <a:p>
            <a:pPr marL="0" lvl="0" indent="0" algn="r" rtl="0">
              <a:lnSpc>
                <a:spcPct val="150000"/>
              </a:lnSpc>
              <a:spcBef>
                <a:spcPts val="0"/>
              </a:spcBef>
              <a:spcAft>
                <a:spcPts val="1600"/>
              </a:spcAft>
              <a:buNone/>
            </a:pPr>
            <a:endParaRPr sz="1200" dirty="0">
              <a:solidFill>
                <a:schemeClr val="accent2"/>
              </a:solidFill>
              <a:latin typeface="Montserrat"/>
              <a:ea typeface="Montserrat"/>
              <a:cs typeface="Montserrat"/>
              <a:sym typeface="Montserrat"/>
            </a:endParaRPr>
          </a:p>
        </p:txBody>
      </p:sp>
      <p:graphicFrame>
        <p:nvGraphicFramePr>
          <p:cNvPr id="3" name="Chart 2">
            <a:extLst>
              <a:ext uri="{FF2B5EF4-FFF2-40B4-BE49-F238E27FC236}">
                <a16:creationId xmlns:a16="http://schemas.microsoft.com/office/drawing/2014/main" id="{60199FE5-12BC-4D91-98E8-DB8E8447B35D}"/>
              </a:ext>
            </a:extLst>
          </p:cNvPr>
          <p:cNvGraphicFramePr/>
          <p:nvPr>
            <p:extLst>
              <p:ext uri="{D42A27DB-BD31-4B8C-83A1-F6EECF244321}">
                <p14:modId xmlns:p14="http://schemas.microsoft.com/office/powerpoint/2010/main" val="3898866478"/>
              </p:ext>
            </p:extLst>
          </p:nvPr>
        </p:nvGraphicFramePr>
        <p:xfrm>
          <a:off x="265483" y="1419113"/>
          <a:ext cx="4178926" cy="29432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0944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5"/>
        <p:cNvGrpSpPr/>
        <p:nvPr/>
      </p:nvGrpSpPr>
      <p:grpSpPr>
        <a:xfrm>
          <a:off x="0" y="0"/>
          <a:ext cx="0" cy="0"/>
          <a:chOff x="0" y="0"/>
          <a:chExt cx="0" cy="0"/>
        </a:xfrm>
      </p:grpSpPr>
      <p:sp>
        <p:nvSpPr>
          <p:cNvPr id="2156" name="Google Shape;2156;p63"/>
          <p:cNvSpPr txBox="1">
            <a:spLocks noGrp="1"/>
          </p:cNvSpPr>
          <p:nvPr>
            <p:ph type="title"/>
          </p:nvPr>
        </p:nvSpPr>
        <p:spPr>
          <a:xfrm>
            <a:off x="337694" y="540553"/>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Statistical Analysis - Correlation</a:t>
            </a:r>
            <a:endParaRPr dirty="0"/>
          </a:p>
        </p:txBody>
      </p:sp>
      <p:sp>
        <p:nvSpPr>
          <p:cNvPr id="2161" name="Google Shape;2161;p63"/>
          <p:cNvSpPr txBox="1"/>
          <p:nvPr/>
        </p:nvSpPr>
        <p:spPr>
          <a:xfrm>
            <a:off x="6124575" y="1170957"/>
            <a:ext cx="3105150" cy="3248644"/>
          </a:xfrm>
          <a:prstGeom prst="rect">
            <a:avLst/>
          </a:prstGeom>
          <a:noFill/>
          <a:ln>
            <a:noFill/>
          </a:ln>
        </p:spPr>
        <p:txBody>
          <a:bodyPr spcFirstLastPara="1" wrap="square" lIns="91425" tIns="91425" rIns="91425" bIns="91425" anchor="t" anchorCtr="0">
            <a:noAutofit/>
          </a:bodyPr>
          <a:lstStyle/>
          <a:p>
            <a:pPr marL="0" marR="0">
              <a:lnSpc>
                <a:spcPct val="150000"/>
              </a:lnSpc>
              <a:spcBef>
                <a:spcPts val="0"/>
              </a:spcBef>
              <a:spcAft>
                <a:spcPts val="800"/>
              </a:spcAft>
            </a:pPr>
            <a:r>
              <a:rPr lang="en-US" kern="100" dirty="0">
                <a:solidFill>
                  <a:schemeClr val="accent2"/>
                </a:solidFill>
                <a:latin typeface="Trebuchet MS" panose="020B0603020202020204" pitchFamily="34" charset="0"/>
                <a:cs typeface="Times New Roman" panose="02020603050405020304" pitchFamily="18" charset="0"/>
              </a:rPr>
              <a:t>Four operational variables significantly influence product weight delivered:</a:t>
            </a:r>
          </a:p>
          <a:p>
            <a:pPr marR="0" lvl="0">
              <a:lnSpc>
                <a:spcPct val="150000"/>
              </a:lnSpc>
              <a:spcBef>
                <a:spcPts val="0"/>
              </a:spcBef>
              <a:spcAft>
                <a:spcPts val="800"/>
              </a:spcAft>
              <a:tabLst>
                <a:tab pos="457200" algn="l"/>
              </a:tabLst>
            </a:pPr>
            <a:r>
              <a:rPr lang="en-US" kern="100" dirty="0">
                <a:solidFill>
                  <a:schemeClr val="accent2"/>
                </a:solidFill>
                <a:latin typeface="Trebuchet MS" panose="020B0603020202020204" pitchFamily="34" charset="0"/>
                <a:cs typeface="Times New Roman" panose="02020603050405020304" pitchFamily="18" charset="0"/>
              </a:rPr>
              <a:t>1. Transport Issues </a:t>
            </a:r>
          </a:p>
          <a:p>
            <a:pPr marR="0" lvl="0">
              <a:lnSpc>
                <a:spcPct val="150000"/>
              </a:lnSpc>
              <a:spcBef>
                <a:spcPts val="0"/>
              </a:spcBef>
              <a:spcAft>
                <a:spcPts val="800"/>
              </a:spcAft>
              <a:tabLst>
                <a:tab pos="457200" algn="l"/>
              </a:tabLst>
            </a:pPr>
            <a:r>
              <a:rPr lang="en-US" kern="100" dirty="0">
                <a:solidFill>
                  <a:schemeClr val="accent2"/>
                </a:solidFill>
                <a:latin typeface="Trebuchet MS" panose="020B0603020202020204" pitchFamily="34" charset="0"/>
                <a:cs typeface="Times New Roman" panose="02020603050405020304" pitchFamily="18" charset="0"/>
              </a:rPr>
              <a:t>2. Storage Issues </a:t>
            </a:r>
          </a:p>
          <a:p>
            <a:pPr marR="0" lvl="0">
              <a:lnSpc>
                <a:spcPct val="150000"/>
              </a:lnSpc>
              <a:spcBef>
                <a:spcPts val="0"/>
              </a:spcBef>
              <a:spcAft>
                <a:spcPts val="800"/>
              </a:spcAft>
              <a:tabLst>
                <a:tab pos="457200" algn="l"/>
              </a:tabLst>
            </a:pPr>
            <a:r>
              <a:rPr lang="en-US" kern="100" dirty="0">
                <a:solidFill>
                  <a:schemeClr val="accent2"/>
                </a:solidFill>
                <a:latin typeface="Trebuchet MS" panose="020B0603020202020204" pitchFamily="34" charset="0"/>
                <a:cs typeface="Times New Roman" panose="02020603050405020304" pitchFamily="18" charset="0"/>
              </a:rPr>
              <a:t>3. Temperature-Regulated Machinery </a:t>
            </a:r>
          </a:p>
          <a:p>
            <a:pPr marR="0" lvl="0">
              <a:lnSpc>
                <a:spcPct val="150000"/>
              </a:lnSpc>
              <a:spcBef>
                <a:spcPts val="0"/>
              </a:spcBef>
              <a:spcAft>
                <a:spcPts val="800"/>
              </a:spcAft>
              <a:tabLst>
                <a:tab pos="457200" algn="l"/>
              </a:tabLst>
            </a:pPr>
            <a:r>
              <a:rPr lang="en-US" kern="100" dirty="0">
                <a:solidFill>
                  <a:schemeClr val="accent2"/>
                </a:solidFill>
                <a:latin typeface="Trebuchet MS" panose="020B0603020202020204" pitchFamily="34" charset="0"/>
                <a:cs typeface="Times New Roman" panose="02020603050405020304" pitchFamily="18" charset="0"/>
              </a:rPr>
              <a:t>4. Warehouse Breakdowns</a:t>
            </a:r>
          </a:p>
        </p:txBody>
      </p:sp>
      <p:pic>
        <p:nvPicPr>
          <p:cNvPr id="2" name="Picture 1">
            <a:extLst>
              <a:ext uri="{FF2B5EF4-FFF2-40B4-BE49-F238E27FC236}">
                <a16:creationId xmlns:a16="http://schemas.microsoft.com/office/drawing/2014/main" id="{72723CC8-30F8-A678-9AD8-B015334E7F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694" y="1382001"/>
            <a:ext cx="5669701" cy="27241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5">
          <a:extLst>
            <a:ext uri="{FF2B5EF4-FFF2-40B4-BE49-F238E27FC236}">
              <a16:creationId xmlns:a16="http://schemas.microsoft.com/office/drawing/2014/main" id="{45D80672-4405-CC64-1F91-921ED30D9495}"/>
            </a:ext>
          </a:extLst>
        </p:cNvPr>
        <p:cNvGrpSpPr/>
        <p:nvPr/>
      </p:nvGrpSpPr>
      <p:grpSpPr>
        <a:xfrm>
          <a:off x="0" y="0"/>
          <a:ext cx="0" cy="0"/>
          <a:chOff x="0" y="0"/>
          <a:chExt cx="0" cy="0"/>
        </a:xfrm>
      </p:grpSpPr>
      <p:sp>
        <p:nvSpPr>
          <p:cNvPr id="2156" name="Google Shape;2156;p63">
            <a:extLst>
              <a:ext uri="{FF2B5EF4-FFF2-40B4-BE49-F238E27FC236}">
                <a16:creationId xmlns:a16="http://schemas.microsoft.com/office/drawing/2014/main" id="{2791CC47-F707-EFF5-01D2-E27E041F9E53}"/>
              </a:ext>
            </a:extLst>
          </p:cNvPr>
          <p:cNvSpPr txBox="1">
            <a:spLocks noGrp="1"/>
          </p:cNvSpPr>
          <p:nvPr>
            <p:ph type="title"/>
          </p:nvPr>
        </p:nvSpPr>
        <p:spPr>
          <a:xfrm>
            <a:off x="337694" y="540553"/>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Statistical Analysis - Regression</a:t>
            </a:r>
            <a:endParaRPr dirty="0"/>
          </a:p>
        </p:txBody>
      </p:sp>
      <p:sp>
        <p:nvSpPr>
          <p:cNvPr id="2161" name="Google Shape;2161;p63">
            <a:extLst>
              <a:ext uri="{FF2B5EF4-FFF2-40B4-BE49-F238E27FC236}">
                <a16:creationId xmlns:a16="http://schemas.microsoft.com/office/drawing/2014/main" id="{A57A57E8-07A5-D162-23CB-366E0797BBDD}"/>
              </a:ext>
            </a:extLst>
          </p:cNvPr>
          <p:cNvSpPr txBox="1"/>
          <p:nvPr/>
        </p:nvSpPr>
        <p:spPr>
          <a:xfrm>
            <a:off x="4953000" y="1357003"/>
            <a:ext cx="3762953" cy="2838646"/>
          </a:xfrm>
          <a:prstGeom prst="rect">
            <a:avLst/>
          </a:prstGeom>
          <a:noFill/>
          <a:ln>
            <a:noFill/>
          </a:ln>
        </p:spPr>
        <p:txBody>
          <a:bodyPr spcFirstLastPara="1" wrap="square" lIns="91425" tIns="91425" rIns="91425" bIns="91425" anchor="t" anchorCtr="0">
            <a:noAutofit/>
          </a:bodyPr>
          <a:lstStyle/>
          <a:p>
            <a:pPr marL="0">
              <a:lnSpc>
                <a:spcPct val="150000"/>
              </a:lnSpc>
              <a:spcAft>
                <a:spcPts val="800"/>
              </a:spcAft>
            </a:pPr>
            <a:r>
              <a:rPr lang="en-US" kern="100" dirty="0">
                <a:solidFill>
                  <a:schemeClr val="accent2"/>
                </a:solidFill>
                <a:latin typeface="Trebuchet MS" panose="020B0603020202020204" pitchFamily="34" charset="0"/>
                <a:cs typeface="Times New Roman" panose="02020603050405020304" pitchFamily="18" charset="0"/>
              </a:rPr>
              <a:t>This image shows the regression model gotten from the regression summary, the placing of the coefficient of each variable into the model. </a:t>
            </a:r>
          </a:p>
          <a:p>
            <a:pPr marL="0" marR="0" algn="just">
              <a:lnSpc>
                <a:spcPct val="150000"/>
              </a:lnSpc>
              <a:spcBef>
                <a:spcPts val="0"/>
              </a:spcBef>
              <a:spcAft>
                <a:spcPts val="800"/>
              </a:spcAft>
            </a:pPr>
            <a:r>
              <a:rPr lang="en-US" kern="100" dirty="0">
                <a:solidFill>
                  <a:schemeClr val="accent2"/>
                </a:solidFill>
                <a:latin typeface="Trebuchet MS" panose="020B0603020202020204" pitchFamily="34" charset="0"/>
                <a:cs typeface="Times New Roman" panose="02020603050405020304" pitchFamily="18" charset="0"/>
              </a:rPr>
              <a:t>With an R² of 0.97, the model explains 97% of the variability in delivery weight and is suitable for operational forecasting and decision-making.</a:t>
            </a:r>
          </a:p>
        </p:txBody>
      </p:sp>
      <p:pic>
        <p:nvPicPr>
          <p:cNvPr id="4" name="Picture 3">
            <a:extLst>
              <a:ext uri="{FF2B5EF4-FFF2-40B4-BE49-F238E27FC236}">
                <a16:creationId xmlns:a16="http://schemas.microsoft.com/office/drawing/2014/main" id="{8FA21A59-6552-8BC6-514E-40D806CEE94E}"/>
              </a:ext>
            </a:extLst>
          </p:cNvPr>
          <p:cNvPicPr>
            <a:picLocks noChangeAspect="1"/>
          </p:cNvPicPr>
          <p:nvPr/>
        </p:nvPicPr>
        <p:blipFill>
          <a:blip r:embed="rId3"/>
          <a:stretch>
            <a:fillRect/>
          </a:stretch>
        </p:blipFill>
        <p:spPr>
          <a:xfrm>
            <a:off x="428047" y="1394908"/>
            <a:ext cx="4143953" cy="2800741"/>
          </a:xfrm>
          <a:prstGeom prst="rect">
            <a:avLst/>
          </a:prstGeom>
        </p:spPr>
      </p:pic>
    </p:spTree>
    <p:extLst>
      <p:ext uri="{BB962C8B-B14F-4D97-AF65-F5344CB8AC3E}">
        <p14:creationId xmlns:p14="http://schemas.microsoft.com/office/powerpoint/2010/main" val="3261222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53"/>
          <p:cNvSpPr txBox="1">
            <a:spLocks noGrp="1"/>
          </p:cNvSpPr>
          <p:nvPr>
            <p:ph type="title"/>
          </p:nvPr>
        </p:nvSpPr>
        <p:spPr>
          <a:xfrm>
            <a:off x="1016562" y="1223038"/>
            <a:ext cx="7489263" cy="1963500"/>
          </a:xfrm>
          <a:prstGeom prst="rect">
            <a:avLst/>
          </a:prstGeom>
        </p:spPr>
        <p:txBody>
          <a:bodyPr spcFirstLastPara="1" wrap="square" lIns="91425" tIns="91425" rIns="91425" bIns="91425" anchor="b" anchorCtr="0">
            <a:noAutofit/>
          </a:bodyPr>
          <a:lstStyle/>
          <a:p>
            <a:pPr marL="0" marR="0" algn="just">
              <a:lnSpc>
                <a:spcPct val="150000"/>
              </a:lnSpc>
              <a:spcBef>
                <a:spcPts val="0"/>
              </a:spcBef>
              <a:spcAft>
                <a:spcPts val="800"/>
              </a:spcAft>
            </a:pPr>
            <a:r>
              <a:rPr lang="en-US" sz="1800" b="1" kern="100" dirty="0">
                <a:effectLst/>
                <a:latin typeface="Trebuchet MS" panose="020B0603020202020204" pitchFamily="34" charset="0"/>
                <a:ea typeface="Trebuchet MS" panose="020B0603020202020204" pitchFamily="34" charset="0"/>
                <a:cs typeface="Times New Roman" panose="02020603050405020304" pitchFamily="18" charset="0"/>
              </a:rPr>
              <a:t>y = (-300.25X₁) + (1257.32X₂) + (943.82X₃) - (228.04X₄) + 1304.36</a:t>
            </a:r>
            <a:br>
              <a:rPr lang="en-US" sz="1800" kern="100" dirty="0">
                <a:effectLst/>
                <a:latin typeface="Trebuchet MS" panose="020B0603020202020204" pitchFamily="34" charset="0"/>
                <a:ea typeface="Trebuchet MS" panose="020B0603020202020204" pitchFamily="34" charset="0"/>
                <a:cs typeface="Times New Roman" panose="02020603050405020304" pitchFamily="18" charset="0"/>
              </a:rPr>
            </a:br>
            <a:endParaRPr lang="en-US" sz="1800" kern="100" dirty="0">
              <a:effectLst/>
              <a:latin typeface="Trebuchet MS" panose="020B0603020202020204" pitchFamily="34" charset="0"/>
              <a:ea typeface="Trebuchet MS" panose="020B0603020202020204" pitchFamily="34" charset="0"/>
              <a:cs typeface="Times New Roman" panose="02020603050405020304" pitchFamily="18" charset="0"/>
            </a:endParaRPr>
          </a:p>
        </p:txBody>
      </p:sp>
      <p:sp>
        <p:nvSpPr>
          <p:cNvPr id="1346" name="Google Shape;1346;p53"/>
          <p:cNvSpPr txBox="1">
            <a:spLocks noGrp="1"/>
          </p:cNvSpPr>
          <p:nvPr>
            <p:ph type="body" idx="1"/>
          </p:nvPr>
        </p:nvSpPr>
        <p:spPr>
          <a:xfrm>
            <a:off x="1302300" y="2696912"/>
            <a:ext cx="6539400" cy="143693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t>Where:</a:t>
            </a:r>
            <a:b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br>
            <a: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t>X₁ = Transport Issues</a:t>
            </a:r>
            <a:b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br>
            <a: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t>X₂ = Storage Issues</a:t>
            </a:r>
            <a:b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br>
            <a: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t>X₃ = Temperature-Regulated Machines</a:t>
            </a:r>
            <a:b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br>
            <a:r>
              <a:rPr lang="en-US" sz="1400" kern="100" dirty="0">
                <a:effectLst/>
                <a:latin typeface="Trebuchet MS" panose="020B0603020202020204" pitchFamily="34" charset="0"/>
                <a:ea typeface="Trebuchet MS" panose="020B0603020202020204" pitchFamily="34" charset="0"/>
                <a:cs typeface="Times New Roman" panose="02020603050405020304" pitchFamily="18" charset="0"/>
              </a:rPr>
              <a:t>X₄ = Warehouse Breakdowns</a:t>
            </a:r>
            <a:endParaRPr dirty="0"/>
          </a:p>
        </p:txBody>
      </p:sp>
      <p:sp>
        <p:nvSpPr>
          <p:cNvPr id="2" name="Google Shape;2156;p63">
            <a:extLst>
              <a:ext uri="{FF2B5EF4-FFF2-40B4-BE49-F238E27FC236}">
                <a16:creationId xmlns:a16="http://schemas.microsoft.com/office/drawing/2014/main" id="{7F9A3DF1-3E67-EEF1-4E8E-B58E79ED9EED}"/>
              </a:ext>
            </a:extLst>
          </p:cNvPr>
          <p:cNvSpPr txBox="1">
            <a:spLocks/>
          </p:cNvSpPr>
          <p:nvPr/>
        </p:nvSpPr>
        <p:spPr>
          <a:xfrm>
            <a:off x="796800" y="1223038"/>
            <a:ext cx="7550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12000"/>
              <a:buFont typeface="Ramabhadra"/>
              <a:buNone/>
              <a:defRPr sz="10000" b="1" i="0" u="none" strike="noStrike" cap="none">
                <a:solidFill>
                  <a:schemeClr val="accent4"/>
                </a:solidFill>
                <a:latin typeface="Ramabhadra"/>
                <a:ea typeface="Ramabhadra"/>
                <a:cs typeface="Ramabhadra"/>
                <a:sym typeface="Ramabhadra"/>
              </a:defRPr>
            </a:lvl1pPr>
            <a:lvl2pPr marR="0" lvl="1"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2pPr>
            <a:lvl3pPr marR="0" lvl="2"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3pPr>
            <a:lvl4pPr marR="0" lvl="3"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4pPr>
            <a:lvl5pPr marR="0" lvl="4"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5pPr>
            <a:lvl6pPr marR="0" lvl="5"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6pPr>
            <a:lvl7pPr marR="0" lvl="6"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7pPr>
            <a:lvl8pPr marR="0" lvl="7"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8pPr>
            <a:lvl9pPr marR="0" lvl="8"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9pPr>
          </a:lstStyle>
          <a:p>
            <a:r>
              <a:rPr lang="en-US" sz="2800" dirty="0">
                <a:solidFill>
                  <a:schemeClr val="accent2"/>
                </a:solidFill>
              </a:rPr>
              <a:t>Regression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5" name="Google Shape;1285;p52"/>
          <p:cNvSpPr txBox="1">
            <a:spLocks noGrp="1"/>
          </p:cNvSpPr>
          <p:nvPr>
            <p:ph type="subTitle" idx="3"/>
          </p:nvPr>
        </p:nvSpPr>
        <p:spPr>
          <a:xfrm>
            <a:off x="5257801" y="1297939"/>
            <a:ext cx="3657600" cy="3013875"/>
          </a:xfrm>
          <a:prstGeom prst="rect">
            <a:avLst/>
          </a:prstGeom>
        </p:spPr>
        <p:txBody>
          <a:bodyPr spcFirstLastPara="1" wrap="square" lIns="91425" tIns="91425" rIns="91425" bIns="91425" anchor="t" anchorCtr="0">
            <a:noAutofit/>
          </a:bodyPr>
          <a:lstStyle/>
          <a:p>
            <a:pPr marL="342900" marR="0" lvl="0" indent="-342900" algn="just">
              <a:lnSpc>
                <a:spcPct val="150000"/>
              </a:lnSpc>
              <a:spcBef>
                <a:spcPts val="0"/>
              </a:spcBef>
              <a:spcAft>
                <a:spcPts val="0"/>
              </a:spcAft>
              <a:buFont typeface="Symbol" panose="05050102010706020507" pitchFamily="18" charset="2"/>
              <a:buChar char=""/>
            </a:pPr>
            <a:r>
              <a:rPr lang="en-US" sz="1100" kern="100" dirty="0">
                <a:effectLst/>
                <a:latin typeface="Trebuchet MS" panose="020B0603020202020204" pitchFamily="34" charset="0"/>
                <a:ea typeface="Trebuchet MS" panose="020B0603020202020204" pitchFamily="34" charset="0"/>
                <a:cs typeface="Times New Roman" panose="02020603050405020304" pitchFamily="18" charset="0"/>
              </a:rPr>
              <a:t>P1 (Prediction 1) was gotten using the average value of each variable to predict the product weight. </a:t>
            </a:r>
          </a:p>
          <a:p>
            <a:pPr marL="342900" marR="0" lvl="0" indent="-342900" algn="just">
              <a:lnSpc>
                <a:spcPct val="150000"/>
              </a:lnSpc>
              <a:spcBef>
                <a:spcPts val="0"/>
              </a:spcBef>
              <a:spcAft>
                <a:spcPts val="0"/>
              </a:spcAft>
              <a:buFont typeface="Symbol" panose="05050102010706020507" pitchFamily="18" charset="2"/>
              <a:buChar char=""/>
            </a:pPr>
            <a:r>
              <a:rPr lang="en-US" sz="1100" kern="100" dirty="0">
                <a:effectLst/>
                <a:latin typeface="Trebuchet MS" panose="020B0603020202020204" pitchFamily="34" charset="0"/>
                <a:ea typeface="Trebuchet MS" panose="020B0603020202020204" pitchFamily="34" charset="0"/>
                <a:cs typeface="Times New Roman" panose="02020603050405020304" pitchFamily="18" charset="0"/>
              </a:rPr>
              <a:t>P2 (Prediction 2) was gotten using the minimum value of each variable. For this model, the minimum value of the variables are all 0, hence the predicted product ton is equal to the intercept of the model.</a:t>
            </a:r>
          </a:p>
          <a:p>
            <a:pPr marL="342900" marR="0" lvl="0" indent="-342900" algn="just">
              <a:lnSpc>
                <a:spcPct val="150000"/>
              </a:lnSpc>
              <a:spcBef>
                <a:spcPts val="0"/>
              </a:spcBef>
              <a:spcAft>
                <a:spcPts val="0"/>
              </a:spcAft>
              <a:buFont typeface="Symbol" panose="05050102010706020507" pitchFamily="18" charset="2"/>
              <a:buChar char=""/>
            </a:pPr>
            <a:r>
              <a:rPr lang="en-US" sz="1100" dirty="0">
                <a:effectLst/>
                <a:latin typeface="Trebuchet MS" panose="020B0603020202020204" pitchFamily="34" charset="0"/>
                <a:ea typeface="Trebuchet MS" panose="020B0603020202020204" pitchFamily="34" charset="0"/>
                <a:cs typeface="Times New Roman" panose="02020603050405020304" pitchFamily="18" charset="0"/>
              </a:rPr>
              <a:t>P3 (Prediction 3) was gotten using the maximum value of each variable. </a:t>
            </a:r>
            <a:endParaRPr dirty="0"/>
          </a:p>
        </p:txBody>
      </p:sp>
      <p:pic>
        <p:nvPicPr>
          <p:cNvPr id="10" name="Picture 9">
            <a:extLst>
              <a:ext uri="{FF2B5EF4-FFF2-40B4-BE49-F238E27FC236}">
                <a16:creationId xmlns:a16="http://schemas.microsoft.com/office/drawing/2014/main" id="{BBDBB916-2521-2DB9-6F7D-3A21D7FF4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5" y="1320482"/>
            <a:ext cx="4743450" cy="2483968"/>
          </a:xfrm>
          <a:prstGeom prst="rect">
            <a:avLst/>
          </a:prstGeom>
        </p:spPr>
      </p:pic>
      <p:sp>
        <p:nvSpPr>
          <p:cNvPr id="11" name="Google Shape;2156;p63">
            <a:extLst>
              <a:ext uri="{FF2B5EF4-FFF2-40B4-BE49-F238E27FC236}">
                <a16:creationId xmlns:a16="http://schemas.microsoft.com/office/drawing/2014/main" id="{B983CF12-57E1-B004-25E5-A2009467FEA0}"/>
              </a:ext>
            </a:extLst>
          </p:cNvPr>
          <p:cNvSpPr txBox="1">
            <a:spLocks/>
          </p:cNvSpPr>
          <p:nvPr/>
        </p:nvSpPr>
        <p:spPr>
          <a:xfrm>
            <a:off x="352425" y="413413"/>
            <a:ext cx="7550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12000"/>
              <a:buFont typeface="Ramabhadra"/>
              <a:buNone/>
              <a:defRPr sz="10000" b="1" i="0" u="none" strike="noStrike" cap="none">
                <a:solidFill>
                  <a:schemeClr val="accent4"/>
                </a:solidFill>
                <a:latin typeface="Ramabhadra"/>
                <a:ea typeface="Ramabhadra"/>
                <a:cs typeface="Ramabhadra"/>
                <a:sym typeface="Ramabhadra"/>
              </a:defRPr>
            </a:lvl1pPr>
            <a:lvl2pPr marR="0" lvl="1"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2pPr>
            <a:lvl3pPr marR="0" lvl="2"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3pPr>
            <a:lvl4pPr marR="0" lvl="3"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4pPr>
            <a:lvl5pPr marR="0" lvl="4"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5pPr>
            <a:lvl6pPr marR="0" lvl="5"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6pPr>
            <a:lvl7pPr marR="0" lvl="6"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7pPr>
            <a:lvl8pPr marR="0" lvl="7"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8pPr>
            <a:lvl9pPr marR="0" lvl="8" algn="ctr" rtl="0">
              <a:lnSpc>
                <a:spcPct val="100000"/>
              </a:lnSpc>
              <a:spcBef>
                <a:spcPts val="0"/>
              </a:spcBef>
              <a:spcAft>
                <a:spcPts val="0"/>
              </a:spcAft>
              <a:buClr>
                <a:schemeClr val="accent2"/>
              </a:buClr>
              <a:buSzPts val="12000"/>
              <a:buFont typeface="Ramabhadra"/>
              <a:buNone/>
              <a:defRPr sz="12000" b="1" i="0" u="none" strike="noStrike" cap="none">
                <a:solidFill>
                  <a:schemeClr val="accent2"/>
                </a:solidFill>
                <a:latin typeface="Ramabhadra"/>
                <a:ea typeface="Ramabhadra"/>
                <a:cs typeface="Ramabhadra"/>
                <a:sym typeface="Ramabhadra"/>
              </a:defRPr>
            </a:lvl9pPr>
          </a:lstStyle>
          <a:p>
            <a:pPr algn="l"/>
            <a:r>
              <a:rPr lang="en-US" sz="2800" dirty="0">
                <a:solidFill>
                  <a:schemeClr val="accent2"/>
                </a:solidFill>
              </a:rPr>
              <a:t>Model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7"/>
        <p:cNvGrpSpPr/>
        <p:nvPr/>
      </p:nvGrpSpPr>
      <p:grpSpPr>
        <a:xfrm>
          <a:off x="0" y="0"/>
          <a:ext cx="0" cy="0"/>
          <a:chOff x="0" y="0"/>
          <a:chExt cx="0" cy="0"/>
        </a:xfrm>
      </p:grpSpPr>
      <p:sp>
        <p:nvSpPr>
          <p:cNvPr id="2220" name="Google Shape;2220;p65"/>
          <p:cNvSpPr txBox="1">
            <a:spLocks noGrp="1"/>
          </p:cNvSpPr>
          <p:nvPr>
            <p:ph type="title"/>
          </p:nvPr>
        </p:nvSpPr>
        <p:spPr>
          <a:xfrm>
            <a:off x="483394" y="394545"/>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Conclusions</a:t>
            </a:r>
            <a:endParaRPr dirty="0"/>
          </a:p>
        </p:txBody>
      </p:sp>
      <p:sp>
        <p:nvSpPr>
          <p:cNvPr id="3" name="TextBox 2">
            <a:extLst>
              <a:ext uri="{FF2B5EF4-FFF2-40B4-BE49-F238E27FC236}">
                <a16:creationId xmlns:a16="http://schemas.microsoft.com/office/drawing/2014/main" id="{8A4898E2-DDFE-5894-0CA1-06E9D1B95532}"/>
              </a:ext>
            </a:extLst>
          </p:cNvPr>
          <p:cNvSpPr txBox="1"/>
          <p:nvPr/>
        </p:nvSpPr>
        <p:spPr>
          <a:xfrm>
            <a:off x="483394" y="1052970"/>
            <a:ext cx="8298656" cy="4033348"/>
          </a:xfrm>
          <a:prstGeom prst="rect">
            <a:avLst/>
          </a:prstGeom>
          <a:noFill/>
        </p:spPr>
        <p:txBody>
          <a:bodyPr wrap="square">
            <a:spAutoFit/>
          </a:bodyPr>
          <a:lstStyle/>
          <a:p>
            <a:pPr marL="0" marR="0" algn="just">
              <a:lnSpc>
                <a:spcPct val="150000"/>
              </a:lnSpc>
              <a:spcBef>
                <a:spcPts val="0"/>
              </a:spcBef>
              <a:spcAft>
                <a:spcPts val="800"/>
              </a:spcAft>
            </a:pPr>
            <a:r>
              <a:rPr lang="en-US" kern="100" dirty="0">
                <a:solidFill>
                  <a:schemeClr val="accent2"/>
                </a:solidFill>
                <a:latin typeface="Trebuchet MS" panose="020B0603020202020204" pitchFamily="34" charset="0"/>
                <a:cs typeface="Times New Roman" panose="02020603050405020304" pitchFamily="18" charset="0"/>
              </a:rPr>
              <a:t>In conclusion, from the correlation heatmap and from the predictive model, we see that the only variables that have a significant impact on product weight to be delivered are:</a:t>
            </a:r>
          </a:p>
          <a:p>
            <a:pPr marR="0" lvl="0" algn="just">
              <a:lnSpc>
                <a:spcPct val="150000"/>
              </a:lnSpc>
              <a:spcBef>
                <a:spcPts val="0"/>
              </a:spcBef>
              <a:spcAft>
                <a:spcPts val="0"/>
              </a:spcAft>
            </a:pPr>
            <a:r>
              <a:rPr lang="en-US" sz="1200" kern="100" dirty="0">
                <a:solidFill>
                  <a:schemeClr val="accent2"/>
                </a:solidFill>
                <a:latin typeface="Trebuchet MS" panose="020B0603020202020204" pitchFamily="34" charset="0"/>
                <a:cs typeface="Times New Roman" panose="02020603050405020304" pitchFamily="18" charset="0"/>
              </a:rPr>
              <a:t>1.</a:t>
            </a:r>
            <a:r>
              <a:rPr lang="en-US" kern="100" dirty="0">
                <a:solidFill>
                  <a:schemeClr val="accent2"/>
                </a:solidFill>
                <a:latin typeface="Trebuchet MS" panose="020B0603020202020204" pitchFamily="34" charset="0"/>
                <a:cs typeface="Times New Roman" panose="02020603050405020304" pitchFamily="18" charset="0"/>
              </a:rPr>
              <a:t> Number of transport issues reported – which for every increase in transport issues, the product weight delivered is reduced. </a:t>
            </a:r>
          </a:p>
          <a:p>
            <a:pPr marL="342900" marR="0" lvl="0" indent="-342900" algn="just">
              <a:lnSpc>
                <a:spcPct val="150000"/>
              </a:lnSpc>
              <a:spcBef>
                <a:spcPts val="0"/>
              </a:spcBef>
              <a:spcAft>
                <a:spcPts val="0"/>
              </a:spcAft>
              <a:buAutoNum type="arabicPeriod"/>
            </a:pPr>
            <a:endParaRPr lang="en-US" kern="100" dirty="0">
              <a:solidFill>
                <a:schemeClr val="accent2"/>
              </a:solidFill>
              <a:latin typeface="Trebuchet MS" panose="020B0603020202020204" pitchFamily="34" charset="0"/>
              <a:cs typeface="Times New Roman" panose="02020603050405020304" pitchFamily="18" charset="0"/>
            </a:endParaRPr>
          </a:p>
          <a:p>
            <a:pPr marR="0" lvl="0" algn="just">
              <a:lnSpc>
                <a:spcPct val="150000"/>
              </a:lnSpc>
              <a:spcBef>
                <a:spcPts val="0"/>
              </a:spcBef>
              <a:spcAft>
                <a:spcPts val="0"/>
              </a:spcAft>
            </a:pPr>
            <a:r>
              <a:rPr lang="en-US" sz="1200" kern="100" dirty="0">
                <a:solidFill>
                  <a:schemeClr val="accent2"/>
                </a:solidFill>
                <a:latin typeface="Trebuchet MS" panose="020B0603020202020204" pitchFamily="34" charset="0"/>
                <a:cs typeface="Times New Roman" panose="02020603050405020304" pitchFamily="18" charset="0"/>
              </a:rPr>
              <a:t>2. </a:t>
            </a:r>
            <a:r>
              <a:rPr lang="en-US" kern="100" dirty="0">
                <a:solidFill>
                  <a:schemeClr val="accent2"/>
                </a:solidFill>
                <a:latin typeface="Trebuchet MS" panose="020B0603020202020204" pitchFamily="34" charset="0"/>
                <a:cs typeface="Times New Roman" panose="02020603050405020304" pitchFamily="18" charset="0"/>
              </a:rPr>
              <a:t>Number of storage issues reported – which for every increase in storage issues, the product weight delivered is increased. Possible meaning that when storage issues are reported, instead of more products (Quantity) to be delivered, only heavier shipments are delivered.</a:t>
            </a:r>
          </a:p>
          <a:p>
            <a:pPr marR="0" lvl="0" algn="just">
              <a:lnSpc>
                <a:spcPct val="150000"/>
              </a:lnSpc>
              <a:spcBef>
                <a:spcPts val="0"/>
              </a:spcBef>
              <a:spcAft>
                <a:spcPts val="0"/>
              </a:spcAft>
            </a:pPr>
            <a:endParaRPr lang="en-US" kern="100" dirty="0">
              <a:solidFill>
                <a:schemeClr val="accent2"/>
              </a:solidFill>
              <a:latin typeface="Trebuchet MS" panose="020B0603020202020204" pitchFamily="34" charset="0"/>
              <a:cs typeface="Times New Roman" panose="02020603050405020304" pitchFamily="18" charset="0"/>
            </a:endParaRPr>
          </a:p>
          <a:p>
            <a:pPr marR="0" lvl="0" algn="just">
              <a:lnSpc>
                <a:spcPct val="150000"/>
              </a:lnSpc>
              <a:spcBef>
                <a:spcPts val="0"/>
              </a:spcBef>
              <a:spcAft>
                <a:spcPts val="0"/>
              </a:spcAft>
            </a:pPr>
            <a:r>
              <a:rPr lang="en-US" sz="1200" kern="100" dirty="0">
                <a:solidFill>
                  <a:schemeClr val="accent2"/>
                </a:solidFill>
                <a:latin typeface="Trebuchet MS" panose="020B0603020202020204" pitchFamily="34" charset="0"/>
                <a:cs typeface="Times New Roman" panose="02020603050405020304" pitchFamily="18" charset="0"/>
              </a:rPr>
              <a:t>3. </a:t>
            </a:r>
            <a:r>
              <a:rPr lang="en-US" kern="100" dirty="0">
                <a:solidFill>
                  <a:schemeClr val="accent2"/>
                </a:solidFill>
                <a:latin typeface="Trebuchet MS" panose="020B0603020202020204" pitchFamily="34" charset="0"/>
                <a:cs typeface="Times New Roman" panose="02020603050405020304" pitchFamily="18" charset="0"/>
              </a:rPr>
              <a:t>Temperature regulated machineries – which for every increase, the product weight delivered is increased. Possible meaning that, the more warehouses have temperature regulated machines, the more products get delivered there – possibly more frozen goods.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77E4F192-9D87-7341-C38F-3917110CEA81}"/>
            </a:ext>
          </a:extLst>
        </p:cNvPr>
        <p:cNvGrpSpPr/>
        <p:nvPr/>
      </p:nvGrpSpPr>
      <p:grpSpPr>
        <a:xfrm>
          <a:off x="0" y="0"/>
          <a:ext cx="0" cy="0"/>
          <a:chOff x="0" y="0"/>
          <a:chExt cx="0" cy="0"/>
        </a:xfrm>
      </p:grpSpPr>
      <p:sp>
        <p:nvSpPr>
          <p:cNvPr id="2220" name="Google Shape;2220;p65">
            <a:extLst>
              <a:ext uri="{FF2B5EF4-FFF2-40B4-BE49-F238E27FC236}">
                <a16:creationId xmlns:a16="http://schemas.microsoft.com/office/drawing/2014/main" id="{92361879-5E99-BF2A-62DC-1C28F675BEFE}"/>
              </a:ext>
            </a:extLst>
          </p:cNvPr>
          <p:cNvSpPr txBox="1">
            <a:spLocks noGrp="1"/>
          </p:cNvSpPr>
          <p:nvPr>
            <p:ph type="title"/>
          </p:nvPr>
        </p:nvSpPr>
        <p:spPr>
          <a:xfrm>
            <a:off x="483394" y="394545"/>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B87D6D2-A6C3-1F11-E353-29DD0B91009C}"/>
                  </a:ext>
                </a:extLst>
              </p:cNvPr>
              <p:cNvSpPr txBox="1"/>
              <p:nvPr/>
            </p:nvSpPr>
            <p:spPr>
              <a:xfrm>
                <a:off x="483394" y="1132738"/>
                <a:ext cx="8070056" cy="1991764"/>
              </a:xfrm>
              <a:prstGeom prst="rect">
                <a:avLst/>
              </a:prstGeom>
              <a:noFill/>
            </p:spPr>
            <p:txBody>
              <a:bodyPr wrap="square">
                <a:spAutoFit/>
              </a:bodyPr>
              <a:lstStyle/>
              <a:p>
                <a:pPr marR="0" lvl="0" algn="just">
                  <a:lnSpc>
                    <a:spcPct val="150000"/>
                  </a:lnSpc>
                  <a:spcBef>
                    <a:spcPts val="0"/>
                  </a:spcBef>
                  <a:spcAft>
                    <a:spcPts val="0"/>
                  </a:spcAft>
                </a:pPr>
                <a:r>
                  <a:rPr lang="en-US" kern="100" dirty="0">
                    <a:solidFill>
                      <a:schemeClr val="accent2"/>
                    </a:solidFill>
                    <a:latin typeface="Trebuchet MS" panose="020B0603020202020204" pitchFamily="34" charset="0"/>
                    <a:cs typeface="Times New Roman" panose="02020603050405020304" pitchFamily="18" charset="0"/>
                  </a:rPr>
                  <a:t>4. Warehouse breakdowns – which for every reported warehouse breakdown, the product weight delivered is reduced. Meaning, for every reported warehouse breakdown, less products will be delivered there due to the breakdown.</a:t>
                </a:r>
              </a:p>
              <a:p>
                <a:pPr marR="0" lvl="0" algn="just">
                  <a:lnSpc>
                    <a:spcPct val="150000"/>
                  </a:lnSpc>
                  <a:spcBef>
                    <a:spcPts val="0"/>
                  </a:spcBef>
                  <a:spcAft>
                    <a:spcPts val="0"/>
                  </a:spcAft>
                </a:pPr>
                <a:endParaRPr lang="en-US" kern="100" dirty="0">
                  <a:solidFill>
                    <a:schemeClr val="accent2"/>
                  </a:solidFill>
                  <a:latin typeface="Trebuchet MS" panose="020B0603020202020204" pitchFamily="34" charset="0"/>
                  <a:cs typeface="Times New Roman" panose="02020603050405020304" pitchFamily="18" charset="0"/>
                </a:endParaRPr>
              </a:p>
              <a:p>
                <a:pPr marR="0" lvl="0" algn="just">
                  <a:lnSpc>
                    <a:spcPct val="150000"/>
                  </a:lnSpc>
                  <a:spcBef>
                    <a:spcPts val="0"/>
                  </a:spcBef>
                  <a:spcAft>
                    <a:spcPts val="0"/>
                  </a:spcAft>
                </a:pPr>
                <a:r>
                  <a:rPr lang="en-US" kern="100" dirty="0">
                    <a:solidFill>
                      <a:schemeClr val="accent2"/>
                    </a:solidFill>
                    <a:latin typeface="Trebuchet MS" panose="020B0603020202020204" pitchFamily="34" charset="0"/>
                    <a:cs typeface="Times New Roman" panose="02020603050405020304" pitchFamily="18" charset="0"/>
                  </a:rPr>
                  <a:t>5. Model to be used to optimize for future deliveries with an R-Square of 0.97 is:</a:t>
                </a:r>
              </a:p>
              <a:p>
                <a:pPr marL="457200" marR="0" algn="just">
                  <a:lnSpc>
                    <a:spcPct val="150000"/>
                  </a:lnSpc>
                  <a:spcBef>
                    <a:spcPts val="0"/>
                  </a:spcBef>
                  <a:spcAft>
                    <a:spcPts val="800"/>
                  </a:spcAft>
                </a:pPr>
                <a:r>
                  <a:rPr lang="en-US" kern="100" dirty="0">
                    <a:solidFill>
                      <a:schemeClr val="accent2"/>
                    </a:solidFill>
                    <a:latin typeface="Trebuchet MS" panose="020B0603020202020204" pitchFamily="34" charset="0"/>
                    <a:cs typeface="Times New Roman" panose="02020603050405020304" pitchFamily="18" charset="0"/>
                  </a:rPr>
                  <a:t>y = (-300.25X</a:t>
                </a:r>
                <a14:m>
                  <m:oMath xmlns:m="http://schemas.openxmlformats.org/officeDocument/2006/math">
                    <m:r>
                      <a:rPr lang="en-US" kern="100">
                        <a:solidFill>
                          <a:schemeClr val="accent2"/>
                        </a:solidFill>
                        <a:latin typeface="Cambria Math" panose="02040503050406030204" pitchFamily="18" charset="0"/>
                      </a:rPr>
                      <m:t>𝟏</m:t>
                    </m:r>
                  </m:oMath>
                </a14:m>
                <a:r>
                  <a:rPr lang="en-US" kern="100" dirty="0">
                    <a:solidFill>
                      <a:schemeClr val="accent2"/>
                    </a:solidFill>
                    <a:latin typeface="Trebuchet MS" panose="020B0603020202020204" pitchFamily="34" charset="0"/>
                    <a:cs typeface="Times New Roman" panose="02020603050405020304" pitchFamily="18" charset="0"/>
                  </a:rPr>
                  <a:t>) + (1257.32 X</a:t>
                </a:r>
                <a14:m>
                  <m:oMath xmlns:m="http://schemas.openxmlformats.org/officeDocument/2006/math">
                    <m:r>
                      <a:rPr lang="en-US" kern="100">
                        <a:solidFill>
                          <a:schemeClr val="accent2"/>
                        </a:solidFill>
                        <a:latin typeface="Cambria Math" panose="02040503050406030204" pitchFamily="18" charset="0"/>
                      </a:rPr>
                      <m:t>𝟐</m:t>
                    </m:r>
                  </m:oMath>
                </a14:m>
                <a:r>
                  <a:rPr lang="en-US" kern="100" dirty="0">
                    <a:solidFill>
                      <a:schemeClr val="accent2"/>
                    </a:solidFill>
                    <a:latin typeface="Trebuchet MS" panose="020B0603020202020204" pitchFamily="34" charset="0"/>
                    <a:cs typeface="Times New Roman" panose="02020603050405020304" pitchFamily="18" charset="0"/>
                  </a:rPr>
                  <a:t>) + (943.82 X</a:t>
                </a:r>
                <a14:m>
                  <m:oMath xmlns:m="http://schemas.openxmlformats.org/officeDocument/2006/math">
                    <m:r>
                      <a:rPr lang="en-US" kern="100">
                        <a:solidFill>
                          <a:schemeClr val="accent2"/>
                        </a:solidFill>
                        <a:latin typeface="Cambria Math" panose="02040503050406030204" pitchFamily="18" charset="0"/>
                      </a:rPr>
                      <m:t>𝟑</m:t>
                    </m:r>
                  </m:oMath>
                </a14:m>
                <a:r>
                  <a:rPr lang="en-US" kern="100" dirty="0">
                    <a:solidFill>
                      <a:schemeClr val="accent2"/>
                    </a:solidFill>
                    <a:latin typeface="Trebuchet MS" panose="020B0603020202020204" pitchFamily="34" charset="0"/>
                    <a:cs typeface="Times New Roman" panose="02020603050405020304" pitchFamily="18" charset="0"/>
                  </a:rPr>
                  <a:t>) - (228.04 X</a:t>
                </a:r>
                <a14:m>
                  <m:oMath xmlns:m="http://schemas.openxmlformats.org/officeDocument/2006/math">
                    <m:r>
                      <a:rPr lang="en-US" kern="100">
                        <a:solidFill>
                          <a:schemeClr val="accent2"/>
                        </a:solidFill>
                        <a:latin typeface="Cambria Math" panose="02040503050406030204" pitchFamily="18" charset="0"/>
                      </a:rPr>
                      <m:t>𝟒</m:t>
                    </m:r>
                  </m:oMath>
                </a14:m>
                <a:r>
                  <a:rPr lang="en-US" kern="100" dirty="0">
                    <a:solidFill>
                      <a:schemeClr val="accent2"/>
                    </a:solidFill>
                    <a:latin typeface="Trebuchet MS" panose="020B0603020202020204" pitchFamily="34" charset="0"/>
                    <a:cs typeface="Times New Roman" panose="02020603050405020304" pitchFamily="18" charset="0"/>
                  </a:rPr>
                  <a:t>) + 1304.36</a:t>
                </a:r>
              </a:p>
            </p:txBody>
          </p:sp>
        </mc:Choice>
        <mc:Fallback>
          <p:sp>
            <p:nvSpPr>
              <p:cNvPr id="3" name="TextBox 2">
                <a:extLst>
                  <a:ext uri="{FF2B5EF4-FFF2-40B4-BE49-F238E27FC236}">
                    <a16:creationId xmlns:a16="http://schemas.microsoft.com/office/drawing/2014/main" id="{4B87D6D2-A6C3-1F11-E353-29DD0B91009C}"/>
                  </a:ext>
                </a:extLst>
              </p:cNvPr>
              <p:cNvSpPr txBox="1">
                <a:spLocks noRot="1" noChangeAspect="1" noMove="1" noResize="1" noEditPoints="1" noAdjustHandles="1" noChangeArrowheads="1" noChangeShapeType="1" noTextEdit="1"/>
              </p:cNvSpPr>
              <p:nvPr/>
            </p:nvSpPr>
            <p:spPr>
              <a:xfrm>
                <a:off x="483394" y="1132738"/>
                <a:ext cx="8070056" cy="1991764"/>
              </a:xfrm>
              <a:prstGeom prst="rect">
                <a:avLst/>
              </a:prstGeom>
              <a:blipFill>
                <a:blip r:embed="rId3"/>
                <a:stretch>
                  <a:fillRect l="-227" r="-227" b="-1835"/>
                </a:stretch>
              </a:blipFill>
            </p:spPr>
            <p:txBody>
              <a:bodyPr/>
              <a:lstStyle/>
              <a:p>
                <a:r>
                  <a:rPr lang="en-US">
                    <a:noFill/>
                  </a:rPr>
                  <a:t> </a:t>
                </a:r>
              </a:p>
            </p:txBody>
          </p:sp>
        </mc:Fallback>
      </mc:AlternateContent>
    </p:spTree>
    <p:extLst>
      <p:ext uri="{BB962C8B-B14F-4D97-AF65-F5344CB8AC3E}">
        <p14:creationId xmlns:p14="http://schemas.microsoft.com/office/powerpoint/2010/main" val="3838191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3"/>
        <p:cNvGrpSpPr/>
        <p:nvPr/>
      </p:nvGrpSpPr>
      <p:grpSpPr>
        <a:xfrm>
          <a:off x="0" y="0"/>
          <a:ext cx="0" cy="0"/>
          <a:chOff x="0" y="0"/>
          <a:chExt cx="0" cy="0"/>
        </a:xfrm>
      </p:grpSpPr>
      <p:sp>
        <p:nvSpPr>
          <p:cNvPr id="2414" name="Google Shape;2414;p70"/>
          <p:cNvSpPr txBox="1">
            <a:spLocks noGrp="1"/>
          </p:cNvSpPr>
          <p:nvPr>
            <p:ph type="title"/>
          </p:nvPr>
        </p:nvSpPr>
        <p:spPr>
          <a:xfrm>
            <a:off x="448875" y="355514"/>
            <a:ext cx="7550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Recommendations</a:t>
            </a:r>
            <a:endParaRPr dirty="0"/>
          </a:p>
        </p:txBody>
      </p:sp>
      <p:sp>
        <p:nvSpPr>
          <p:cNvPr id="3" name="TextBox 2">
            <a:extLst>
              <a:ext uri="{FF2B5EF4-FFF2-40B4-BE49-F238E27FC236}">
                <a16:creationId xmlns:a16="http://schemas.microsoft.com/office/drawing/2014/main" id="{7F487774-8939-6E25-7D14-B4AC1B8B08AA}"/>
              </a:ext>
            </a:extLst>
          </p:cNvPr>
          <p:cNvSpPr txBox="1"/>
          <p:nvPr/>
        </p:nvSpPr>
        <p:spPr>
          <a:xfrm>
            <a:off x="448875" y="1011612"/>
            <a:ext cx="7981950" cy="3387017"/>
          </a:xfrm>
          <a:prstGeom prst="rect">
            <a:avLst/>
          </a:prstGeom>
          <a:noFill/>
        </p:spPr>
        <p:txBody>
          <a:bodyPr wrap="square">
            <a:spAutoFit/>
          </a:bodyPr>
          <a:lstStyle/>
          <a:p>
            <a:pPr marL="0" marR="0" algn="just">
              <a:lnSpc>
                <a:spcPct val="150000"/>
              </a:lnSpc>
              <a:spcBef>
                <a:spcPts val="0"/>
              </a:spcBef>
              <a:spcAft>
                <a:spcPts val="800"/>
              </a:spcAft>
            </a:pPr>
            <a:r>
              <a:rPr lang="en-US" kern="100" dirty="0">
                <a:solidFill>
                  <a:schemeClr val="accent2"/>
                </a:solidFill>
                <a:latin typeface="Trebuchet MS" panose="020B0603020202020204" pitchFamily="34" charset="0"/>
                <a:cs typeface="Times New Roman" panose="02020603050405020304" pitchFamily="18" charset="0"/>
              </a:rPr>
              <a:t>To optimize performance and profitability, management should prioritize:</a:t>
            </a:r>
          </a:p>
          <a:p>
            <a:pPr marL="342900" indent="-342900" algn="just">
              <a:lnSpc>
                <a:spcPct val="150000"/>
              </a:lnSpc>
              <a:buClr>
                <a:schemeClr val="accent4"/>
              </a:buClr>
              <a:buSzPts val="1400"/>
              <a:buFont typeface="Symbol" panose="05050102010706020507" pitchFamily="18" charset="2"/>
              <a:buChar char=""/>
              <a:tabLst>
                <a:tab pos="457200" algn="l"/>
              </a:tabLst>
            </a:pPr>
            <a:r>
              <a:rPr lang="en-US" kern="100" dirty="0">
                <a:solidFill>
                  <a:schemeClr val="accent2"/>
                </a:solidFill>
                <a:latin typeface="Trebuchet MS" panose="020B0603020202020204" pitchFamily="34" charset="0"/>
                <a:cs typeface="Times New Roman" panose="02020603050405020304" pitchFamily="18" charset="0"/>
                <a:sym typeface="Montserrat"/>
              </a:rPr>
              <a:t>Reducing transport disruptions through preventive fleet maintenance and route optimization.</a:t>
            </a:r>
          </a:p>
          <a:p>
            <a:pPr marL="342900" indent="-342900" algn="just">
              <a:lnSpc>
                <a:spcPct val="150000"/>
              </a:lnSpc>
              <a:buClr>
                <a:schemeClr val="accent4"/>
              </a:buClr>
              <a:buSzPts val="1400"/>
              <a:buFont typeface="Symbol" panose="05050102010706020507" pitchFamily="18" charset="2"/>
              <a:buChar char=""/>
              <a:tabLst>
                <a:tab pos="457200" algn="l"/>
              </a:tabLst>
            </a:pPr>
            <a:r>
              <a:rPr lang="en-US" kern="100" dirty="0">
                <a:solidFill>
                  <a:schemeClr val="accent2"/>
                </a:solidFill>
                <a:latin typeface="Trebuchet MS" panose="020B0603020202020204" pitchFamily="34" charset="0"/>
                <a:cs typeface="Times New Roman" panose="02020603050405020304" pitchFamily="18" charset="0"/>
                <a:sym typeface="Montserrat"/>
              </a:rPr>
              <a:t>Investigating and correcting root causes of storage issues, especially overstocking and inventory mismanagement.</a:t>
            </a:r>
          </a:p>
          <a:p>
            <a:pPr marL="342900" indent="-342900" algn="just">
              <a:lnSpc>
                <a:spcPct val="150000"/>
              </a:lnSpc>
              <a:buClr>
                <a:schemeClr val="accent4"/>
              </a:buClr>
              <a:buSzPts val="1400"/>
              <a:buFont typeface="Symbol" panose="05050102010706020507" pitchFamily="18" charset="2"/>
              <a:buChar char=""/>
              <a:tabLst>
                <a:tab pos="457200" algn="l"/>
              </a:tabLst>
            </a:pPr>
            <a:r>
              <a:rPr lang="en-US" kern="100" dirty="0">
                <a:solidFill>
                  <a:schemeClr val="accent2"/>
                </a:solidFill>
                <a:latin typeface="Trebuchet MS" panose="020B0603020202020204" pitchFamily="34" charset="0"/>
                <a:cs typeface="Times New Roman" panose="02020603050405020304" pitchFamily="18" charset="0"/>
                <a:sym typeface="Montserrat"/>
              </a:rPr>
              <a:t>Strategically expanding temperature-regulated infrastructure in high-demand or high-capacity zones.</a:t>
            </a:r>
          </a:p>
          <a:p>
            <a:pPr marL="342900" indent="-342900" algn="just">
              <a:lnSpc>
                <a:spcPct val="150000"/>
              </a:lnSpc>
              <a:buClr>
                <a:schemeClr val="accent4"/>
              </a:buClr>
              <a:buSzPts val="1400"/>
              <a:buFont typeface="Symbol" panose="05050102010706020507" pitchFamily="18" charset="2"/>
              <a:buChar char=""/>
              <a:tabLst>
                <a:tab pos="457200" algn="l"/>
              </a:tabLst>
            </a:pPr>
            <a:r>
              <a:rPr lang="en-US" kern="100" dirty="0">
                <a:solidFill>
                  <a:schemeClr val="accent2"/>
                </a:solidFill>
                <a:latin typeface="Trebuchet MS" panose="020B0603020202020204" pitchFamily="34" charset="0"/>
                <a:cs typeface="Times New Roman" panose="02020603050405020304" pitchFamily="18" charset="0"/>
                <a:sym typeface="Montserrat"/>
              </a:rPr>
              <a:t>Improving warehouse reliability through preventive maintenance and backup systems.</a:t>
            </a:r>
          </a:p>
          <a:p>
            <a:pPr marL="342900" indent="-342900" algn="just">
              <a:lnSpc>
                <a:spcPct val="150000"/>
              </a:lnSpc>
              <a:buClr>
                <a:schemeClr val="accent4"/>
              </a:buClr>
              <a:buSzPts val="1400"/>
              <a:buFont typeface="Symbol" panose="05050102010706020507" pitchFamily="18" charset="2"/>
              <a:buChar char=""/>
              <a:tabLst>
                <a:tab pos="457200" algn="l"/>
              </a:tabLst>
            </a:pPr>
            <a:r>
              <a:rPr lang="en-US" kern="100" dirty="0">
                <a:solidFill>
                  <a:schemeClr val="accent2"/>
                </a:solidFill>
                <a:latin typeface="Trebuchet MS" panose="020B0603020202020204" pitchFamily="34" charset="0"/>
                <a:cs typeface="Times New Roman" panose="02020603050405020304" pitchFamily="18" charset="0"/>
                <a:sym typeface="Montserrat"/>
              </a:rPr>
              <a:t>Integrating the predictive model into planning dashboards for scenario simulation, weekly forecasting, and operational target setting.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50"/>
        <p:cNvGrpSpPr/>
        <p:nvPr/>
      </p:nvGrpSpPr>
      <p:grpSpPr>
        <a:xfrm>
          <a:off x="0" y="0"/>
          <a:ext cx="0" cy="0"/>
          <a:chOff x="0" y="0"/>
          <a:chExt cx="0" cy="0"/>
        </a:xfrm>
      </p:grpSpPr>
      <p:sp>
        <p:nvSpPr>
          <p:cNvPr id="1351" name="Google Shape;1351;p54"/>
          <p:cNvSpPr txBox="1">
            <a:spLocks noGrp="1"/>
          </p:cNvSpPr>
          <p:nvPr>
            <p:ph type="title"/>
          </p:nvPr>
        </p:nvSpPr>
        <p:spPr>
          <a:xfrm>
            <a:off x="880425" y="1378950"/>
            <a:ext cx="2866800" cy="238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Thank You!</a:t>
            </a:r>
            <a:endParaRPr dirty="0"/>
          </a:p>
        </p:txBody>
      </p:sp>
      <p:sp>
        <p:nvSpPr>
          <p:cNvPr id="1352" name="Google Shape;1352;p54"/>
          <p:cNvSpPr/>
          <p:nvPr/>
        </p:nvSpPr>
        <p:spPr>
          <a:xfrm rot="10800000" flipH="1">
            <a:off x="1838425" y="0"/>
            <a:ext cx="2704825" cy="1183200"/>
          </a:xfrm>
          <a:custGeom>
            <a:avLst/>
            <a:gdLst/>
            <a:ahLst/>
            <a:cxnLst/>
            <a:rect l="l" t="t" r="r" b="b"/>
            <a:pathLst>
              <a:path w="108193" h="47328" fill="none" extrusionOk="0">
                <a:moveTo>
                  <a:pt x="5977" y="47327"/>
                </a:moveTo>
                <a:cubicBezTo>
                  <a:pt x="5977" y="35719"/>
                  <a:pt x="15431" y="26289"/>
                  <a:pt x="27028" y="26289"/>
                </a:cubicBezTo>
                <a:cubicBezTo>
                  <a:pt x="38624" y="26289"/>
                  <a:pt x="48066" y="35731"/>
                  <a:pt x="48066" y="47327"/>
                </a:cubicBezTo>
                <a:lnTo>
                  <a:pt x="48066" y="47327"/>
                </a:lnTo>
                <a:moveTo>
                  <a:pt x="54055" y="47327"/>
                </a:moveTo>
                <a:cubicBezTo>
                  <a:pt x="54055" y="32397"/>
                  <a:pt x="41958" y="20300"/>
                  <a:pt x="27028" y="20300"/>
                </a:cubicBezTo>
                <a:cubicBezTo>
                  <a:pt x="12097" y="20300"/>
                  <a:pt x="1" y="32397"/>
                  <a:pt x="1" y="47327"/>
                </a:cubicBezTo>
                <a:moveTo>
                  <a:pt x="42113" y="47327"/>
                </a:moveTo>
                <a:cubicBezTo>
                  <a:pt x="42113" y="39005"/>
                  <a:pt x="35350" y="32254"/>
                  <a:pt x="27040" y="32254"/>
                </a:cubicBezTo>
                <a:cubicBezTo>
                  <a:pt x="18717" y="32254"/>
                  <a:pt x="11966" y="39029"/>
                  <a:pt x="11966" y="47327"/>
                </a:cubicBezTo>
                <a:moveTo>
                  <a:pt x="36148" y="47327"/>
                </a:moveTo>
                <a:cubicBezTo>
                  <a:pt x="36148" y="42315"/>
                  <a:pt x="32052" y="38219"/>
                  <a:pt x="27040" y="38219"/>
                </a:cubicBezTo>
                <a:cubicBezTo>
                  <a:pt x="22027" y="38219"/>
                  <a:pt x="17931" y="42315"/>
                  <a:pt x="17931" y="47327"/>
                </a:cubicBezTo>
                <a:moveTo>
                  <a:pt x="102228" y="47327"/>
                </a:moveTo>
                <a:lnTo>
                  <a:pt x="102228" y="47327"/>
                </a:lnTo>
                <a:cubicBezTo>
                  <a:pt x="102228" y="35719"/>
                  <a:pt x="92774" y="26289"/>
                  <a:pt x="81189" y="26289"/>
                </a:cubicBezTo>
                <a:cubicBezTo>
                  <a:pt x="69581" y="26289"/>
                  <a:pt x="60139" y="35731"/>
                  <a:pt x="60139" y="47327"/>
                </a:cubicBezTo>
                <a:moveTo>
                  <a:pt x="108193" y="47327"/>
                </a:moveTo>
                <a:cubicBezTo>
                  <a:pt x="108193" y="32397"/>
                  <a:pt x="96096" y="20300"/>
                  <a:pt x="81165" y="20300"/>
                </a:cubicBezTo>
                <a:cubicBezTo>
                  <a:pt x="66247" y="20300"/>
                  <a:pt x="54138" y="32397"/>
                  <a:pt x="54138" y="47327"/>
                </a:cubicBezTo>
                <a:moveTo>
                  <a:pt x="96263" y="47327"/>
                </a:moveTo>
                <a:cubicBezTo>
                  <a:pt x="96263" y="39005"/>
                  <a:pt x="89488" y="32254"/>
                  <a:pt x="81189" y="32254"/>
                </a:cubicBezTo>
                <a:cubicBezTo>
                  <a:pt x="72867" y="32254"/>
                  <a:pt x="66104" y="39029"/>
                  <a:pt x="66104" y="47327"/>
                </a:cubicBezTo>
                <a:moveTo>
                  <a:pt x="90298" y="47327"/>
                </a:moveTo>
                <a:cubicBezTo>
                  <a:pt x="90298" y="42315"/>
                  <a:pt x="86202" y="38219"/>
                  <a:pt x="81189" y="38219"/>
                </a:cubicBezTo>
                <a:cubicBezTo>
                  <a:pt x="76165" y="38219"/>
                  <a:pt x="72069" y="42315"/>
                  <a:pt x="72069" y="47327"/>
                </a:cubicBezTo>
                <a:moveTo>
                  <a:pt x="80296" y="20312"/>
                </a:moveTo>
                <a:cubicBezTo>
                  <a:pt x="77320" y="8632"/>
                  <a:pt x="66711" y="0"/>
                  <a:pt x="54114" y="0"/>
                </a:cubicBezTo>
                <a:cubicBezTo>
                  <a:pt x="41506" y="0"/>
                  <a:pt x="30909" y="8632"/>
                  <a:pt x="27933" y="20312"/>
                </a:cubicBezTo>
                <a:moveTo>
                  <a:pt x="74343" y="21181"/>
                </a:moveTo>
                <a:cubicBezTo>
                  <a:pt x="71807" y="12394"/>
                  <a:pt x="63699" y="5953"/>
                  <a:pt x="54114" y="5953"/>
                </a:cubicBezTo>
                <a:cubicBezTo>
                  <a:pt x="44530" y="5953"/>
                  <a:pt x="36422" y="12394"/>
                  <a:pt x="33886" y="21181"/>
                </a:cubicBezTo>
                <a:moveTo>
                  <a:pt x="63223" y="27015"/>
                </a:moveTo>
                <a:cubicBezTo>
                  <a:pt x="63223" y="22003"/>
                  <a:pt x="59127" y="17907"/>
                  <a:pt x="54114" y="17907"/>
                </a:cubicBezTo>
                <a:cubicBezTo>
                  <a:pt x="49102" y="17907"/>
                  <a:pt x="45006" y="22003"/>
                  <a:pt x="45006" y="27015"/>
                </a:cubicBezTo>
                <a:moveTo>
                  <a:pt x="68771" y="23467"/>
                </a:moveTo>
                <a:cubicBezTo>
                  <a:pt x="67176" y="16859"/>
                  <a:pt x="61211" y="11942"/>
                  <a:pt x="54114" y="11942"/>
                </a:cubicBezTo>
                <a:cubicBezTo>
                  <a:pt x="47054" y="11942"/>
                  <a:pt x="41125" y="16800"/>
                  <a:pt x="39482" y="23348"/>
                </a:cubicBezTo>
              </a:path>
            </a:pathLst>
          </a:custGeom>
          <a:solidFill>
            <a:schemeClr val="accent1"/>
          </a:solidFill>
          <a:ln w="29175" cap="flat" cmpd="sng">
            <a:solidFill>
              <a:schemeClr val="accent3"/>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421;p70">
            <a:extLst>
              <a:ext uri="{FF2B5EF4-FFF2-40B4-BE49-F238E27FC236}">
                <a16:creationId xmlns:a16="http://schemas.microsoft.com/office/drawing/2014/main" id="{BE6B013A-F738-C452-6A96-AA359677F3DF}"/>
              </a:ext>
            </a:extLst>
          </p:cNvPr>
          <p:cNvSpPr txBox="1"/>
          <p:nvPr/>
        </p:nvSpPr>
        <p:spPr>
          <a:xfrm>
            <a:off x="246900" y="2898800"/>
            <a:ext cx="4020300" cy="41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accent2"/>
                </a:solidFill>
                <a:latin typeface="Montserrat"/>
                <a:ea typeface="Montserrat"/>
                <a:cs typeface="Montserrat"/>
                <a:sym typeface="Montserrat"/>
              </a:rPr>
              <a:t>C</a:t>
            </a:r>
            <a:r>
              <a:rPr lang="en" dirty="0">
                <a:solidFill>
                  <a:schemeClr val="accent2"/>
                </a:solidFill>
                <a:latin typeface="Montserrat"/>
                <a:ea typeface="Montserrat"/>
                <a:cs typeface="Montserrat"/>
                <a:sym typeface="Montserrat"/>
              </a:rPr>
              <a:t>ontact Orhine Adidi to Analyze your data</a:t>
            </a:r>
          </a:p>
          <a:p>
            <a:pPr marL="0" lvl="0" indent="0" algn="ctr" rtl="0">
              <a:spcBef>
                <a:spcPts val="0"/>
              </a:spcBef>
              <a:spcAft>
                <a:spcPts val="0"/>
              </a:spcAft>
              <a:buNone/>
            </a:pPr>
            <a:r>
              <a:rPr lang="en" sz="1200" dirty="0">
                <a:solidFill>
                  <a:schemeClr val="accent2"/>
                </a:solidFill>
                <a:latin typeface="Montserrat"/>
                <a:ea typeface="Montserrat"/>
                <a:cs typeface="Montserrat"/>
                <a:sym typeface="Montserrat"/>
              </a:rPr>
              <a:t>adidiorhine16@gmail.com</a:t>
            </a:r>
            <a:endParaRPr dirty="0">
              <a:solidFill>
                <a:schemeClr val="accent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Ramen Time Campaign by Slidesgo">
  <a:themeElements>
    <a:clrScheme name="Simple Light">
      <a:dk1>
        <a:srgbClr val="000000"/>
      </a:dk1>
      <a:lt1>
        <a:srgbClr val="FFFFFF"/>
      </a:lt1>
      <a:dk2>
        <a:srgbClr val="1E1E1E"/>
      </a:dk2>
      <a:lt2>
        <a:srgbClr val="CAA576"/>
      </a:lt2>
      <a:accent1>
        <a:srgbClr val="1E1E1E"/>
      </a:accent1>
      <a:accent2>
        <a:srgbClr val="CAA576"/>
      </a:accent2>
      <a:accent3>
        <a:srgbClr val="7B736D"/>
      </a:accent3>
      <a:accent4>
        <a:srgbClr val="A35A2C"/>
      </a:accent4>
      <a:accent5>
        <a:srgbClr val="9A2B25"/>
      </a:accent5>
      <a:accent6>
        <a:srgbClr val="686816"/>
      </a:accent6>
      <a:hlink>
        <a:srgbClr val="CAA5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1381</Words>
  <Application>Microsoft Office PowerPoint</Application>
  <PresentationFormat>On-screen Show (16:9)</PresentationFormat>
  <Paragraphs>91</Paragraphs>
  <Slides>21</Slides>
  <Notes>21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21</vt:i4>
      </vt:variant>
    </vt:vector>
  </HeadingPairs>
  <TitlesOfParts>
    <vt:vector size="35" baseType="lpstr">
      <vt:lpstr>Arial</vt:lpstr>
      <vt:lpstr>Ramabhadra</vt:lpstr>
      <vt:lpstr>Montserrat</vt:lpstr>
      <vt:lpstr>Roboto Condensed Light</vt:lpstr>
      <vt:lpstr>Wingdings</vt:lpstr>
      <vt:lpstr>Trebuchet MS</vt:lpstr>
      <vt:lpstr>Georgia</vt:lpstr>
      <vt:lpstr>Cabin</vt:lpstr>
      <vt:lpstr>Cambria Math</vt:lpstr>
      <vt:lpstr>Monotype Corsiva</vt:lpstr>
      <vt:lpstr>Public Sans</vt:lpstr>
      <vt:lpstr>Symbol</vt:lpstr>
      <vt:lpstr>-apple-system</vt:lpstr>
      <vt:lpstr>Ramen Time Campaign by Slidesgo</vt:lpstr>
      <vt:lpstr>Analysis Of Demand And Supply Of A FMCG Noodles Company For Optimum Product Weight Delivery.</vt:lpstr>
      <vt:lpstr>PowerPoint Presentation</vt:lpstr>
      <vt:lpstr>Table of Contents</vt:lpstr>
      <vt:lpstr>Introduction</vt:lpstr>
      <vt:lpstr>Business Problem</vt:lpstr>
      <vt:lpstr>Aim / Objectives</vt:lpstr>
      <vt:lpstr>Data Source</vt:lpstr>
      <vt:lpstr>Data Preparation / Cleaning</vt:lpstr>
      <vt:lpstr>Methodology</vt:lpstr>
      <vt:lpstr>Key Findings / Insights </vt:lpstr>
      <vt:lpstr>Key Findings / Insights</vt:lpstr>
      <vt:lpstr>Key Findings / Insights </vt:lpstr>
      <vt:lpstr>Key Findings / Insights</vt:lpstr>
      <vt:lpstr>Statistical Analysis - Correlation</vt:lpstr>
      <vt:lpstr>Statistical Analysis - Regression</vt:lpstr>
      <vt:lpstr>y = (-300.25X₁) + (1257.32X₂) + (943.82X₃) - (228.04X₄) + 1304.36 </vt:lpstr>
      <vt:lpstr>PowerPoint Presentation</vt:lpstr>
      <vt:lpstr>Conclusions</vt:lpstr>
      <vt:lpstr>Conclusion</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Orhine</dc:creator>
  <cp:lastModifiedBy>Orhine Adidi</cp:lastModifiedBy>
  <cp:revision>13</cp:revision>
  <dcterms:modified xsi:type="dcterms:W3CDTF">2026-02-26T13:08:17Z</dcterms:modified>
</cp:coreProperties>
</file>